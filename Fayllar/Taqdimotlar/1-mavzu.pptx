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5" name="Подзаголовок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1" name="Дата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FC0ABB42-EC91-407C-B1C3-EB7B1184F4E6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18" name="Нижний колонтитул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C9F8FD4D-21F1-4272-A2AC-F6F3078FEE7E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ABB42-EC91-407C-B1C3-EB7B1184F4E6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F8FD4D-21F1-4272-A2AC-F6F3078FEE7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C0ABB42-EC91-407C-B1C3-EB7B1184F4E6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C9F8FD4D-21F1-4272-A2AC-F6F3078FEE7E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ABB42-EC91-407C-B1C3-EB7B1184F4E6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F8FD4D-21F1-4272-A2AC-F6F3078FEE7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ABB42-EC91-407C-B1C3-EB7B1184F4E6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F8FD4D-21F1-4272-A2AC-F6F3078FEE7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ABB42-EC91-407C-B1C3-EB7B1184F4E6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F8FD4D-21F1-4272-A2AC-F6F3078FEE7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C0ABB42-EC91-407C-B1C3-EB7B1184F4E6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F8FD4D-21F1-4272-A2AC-F6F3078FEE7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ABB42-EC91-407C-B1C3-EB7B1184F4E6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F8FD4D-21F1-4272-A2AC-F6F3078FEE7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ABB42-EC91-407C-B1C3-EB7B1184F4E6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F8FD4D-21F1-4272-A2AC-F6F3078FEE7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ABB42-EC91-407C-B1C3-EB7B1184F4E6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9F8FD4D-21F1-4272-A2AC-F6F3078FEE7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FC0ABB42-EC91-407C-B1C3-EB7B1184F4E6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C9F8FD4D-21F1-4272-A2AC-F6F3078FEE7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1" name="Текст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7" name="Дата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FC0ABB42-EC91-407C-B1C3-EB7B1184F4E6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C9F8FD4D-21F1-4272-A2AC-F6F3078FEE7E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059832" y="2780928"/>
            <a:ext cx="5828184" cy="261972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err="1"/>
              <a:t>Kirish</a:t>
            </a:r>
            <a:r>
              <a:rPr lang="ru-RU" dirty="0"/>
              <a:t>. </a:t>
            </a:r>
            <a:r>
              <a:rPr lang="ru-RU" dirty="0" err="1"/>
              <a:t>Mehnat</a:t>
            </a:r>
            <a:r>
              <a:rPr lang="ru-RU" dirty="0"/>
              <a:t> </a:t>
            </a:r>
            <a:r>
              <a:rPr lang="ru-RU" dirty="0" err="1"/>
              <a:t>muhofazasi</a:t>
            </a:r>
            <a:r>
              <a:rPr lang="ru-RU" dirty="0"/>
              <a:t>  </a:t>
            </a:r>
            <a:r>
              <a:rPr lang="ru-RU" dirty="0" err="1"/>
              <a:t>hamda</a:t>
            </a:r>
            <a:r>
              <a:rPr lang="ru-RU" dirty="0"/>
              <a:t> </a:t>
            </a:r>
            <a:r>
              <a:rPr lang="ru-RU" dirty="0" err="1"/>
              <a:t>elektr</a:t>
            </a:r>
            <a:r>
              <a:rPr lang="ru-RU" dirty="0"/>
              <a:t> </a:t>
            </a:r>
            <a:r>
              <a:rPr lang="ru-RU" dirty="0" err="1"/>
              <a:t>asboblari</a:t>
            </a:r>
            <a:r>
              <a:rPr lang="ru-RU" dirty="0"/>
              <a:t> </a:t>
            </a:r>
            <a:r>
              <a:rPr lang="ru-RU" dirty="0" err="1"/>
              <a:t>bilan</a:t>
            </a:r>
            <a:r>
              <a:rPr lang="ru-RU" dirty="0"/>
              <a:t> </a:t>
            </a:r>
            <a:r>
              <a:rPr lang="ru-RU" dirty="0" err="1"/>
              <a:t>ishlashda</a:t>
            </a:r>
            <a:r>
              <a:rPr lang="ru-RU" dirty="0"/>
              <a:t> </a:t>
            </a:r>
            <a:r>
              <a:rPr lang="ru-RU" dirty="0" err="1"/>
              <a:t>texnika</a:t>
            </a:r>
            <a:r>
              <a:rPr lang="ru-RU" dirty="0"/>
              <a:t> </a:t>
            </a:r>
            <a:r>
              <a:rPr lang="ru-RU" dirty="0" err="1"/>
              <a:t>xavfsizligi</a:t>
            </a:r>
            <a:r>
              <a:rPr lang="ru-RU" dirty="0"/>
              <a:t>, </a:t>
            </a:r>
            <a:r>
              <a:rPr lang="ru-RU" dirty="0" err="1"/>
              <a:t>ish</a:t>
            </a:r>
            <a:r>
              <a:rPr lang="ru-RU" dirty="0"/>
              <a:t> </a:t>
            </a:r>
            <a:r>
              <a:rPr lang="ru-RU" dirty="0" err="1"/>
              <a:t>jarayoniga</a:t>
            </a:r>
            <a:r>
              <a:rPr lang="ru-RU" dirty="0"/>
              <a:t> </a:t>
            </a:r>
            <a:r>
              <a:rPr lang="ru-RU" dirty="0" err="1"/>
              <a:t>tayyorlash</a:t>
            </a:r>
            <a:r>
              <a:rPr lang="ru-RU" dirty="0"/>
              <a:t> </a:t>
            </a:r>
            <a:r>
              <a:rPr lang="ru-RU" dirty="0" err="1"/>
              <a:t>ishlarini</a:t>
            </a:r>
            <a:r>
              <a:rPr lang="ru-RU" dirty="0"/>
              <a:t> </a:t>
            </a:r>
            <a:r>
              <a:rPr lang="ru-RU" dirty="0" err="1"/>
              <a:t>o’rganish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391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7239000" cy="1143000"/>
          </a:xfrm>
        </p:spPr>
        <p:txBody>
          <a:bodyPr/>
          <a:lstStyle/>
          <a:p>
            <a:pPr algn="ctr"/>
            <a:r>
              <a:rPr lang="es-US" sz="4000" dirty="0">
                <a:latin typeface="Calibri" panose="020F0502020204030204" pitchFamily="34" charset="0"/>
                <a:cs typeface="Calibri" panose="020F0502020204030204" pitchFamily="34" charset="0"/>
              </a:rPr>
              <a:t>Sartaroshlik ishi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s-US" sz="3600" dirty="0">
                <a:latin typeface="Calibri" panose="020F0502020204030204" pitchFamily="34" charset="0"/>
                <a:cs typeface="Calibri" panose="020F0502020204030204" pitchFamily="34" charset="0"/>
              </a:rPr>
              <a:t>Sartaroshlik ishini tashkil etish degan iboraning mazmunida usta-sartaroshning mehnat va mahoratini sartaroshxonada yara- tilgan qulayliklar, asbob-uskunalar va moddiy xarajatlarni, mi- jozga yuqori malakali madaniy xizmat ko‘rsatishga samarali yo‘naltirishni tashkil etish yotadi.</a:t>
            </a:r>
            <a:endParaRPr lang="ru-RU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965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Elektr</a:t>
            </a:r>
            <a:r>
              <a:rPr lang="en-US" dirty="0" smtClean="0"/>
              <a:t> </a:t>
            </a:r>
            <a:r>
              <a:rPr lang="en-US" dirty="0" err="1" smtClean="0"/>
              <a:t>asbob-uskunalardan</a:t>
            </a:r>
            <a:r>
              <a:rPr lang="en-US" dirty="0" smtClean="0"/>
              <a:t> </a:t>
            </a:r>
            <a:r>
              <a:rPr lang="en-US" dirty="0" err="1" smtClean="0"/>
              <a:t>foydalanish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US" sz="4000" dirty="0">
                <a:latin typeface="Calibri" panose="020F0502020204030204" pitchFamily="34" charset="0"/>
                <a:cs typeface="Calibri" panose="020F0502020204030204" pitchFamily="34" charset="0"/>
              </a:rPr>
              <a:t>Sartaroshxonalarda elektr tarmoqlari,elektr jihozlari,ko’chma elektr asbob uskunalarini o‘rnatish,ulardan foydalanish va ta’mirlashga maxsus qonun qoidalar hamda talablarga rioya qilish zarur:</a:t>
            </a:r>
            <a:endParaRPr lang="ru-R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785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404664"/>
            <a:ext cx="7239000" cy="6195088"/>
          </a:xfrm>
        </p:spPr>
        <p:txBody>
          <a:bodyPr>
            <a:normAutofit/>
          </a:bodyPr>
          <a:lstStyle/>
          <a:p>
            <a:pPr algn="just"/>
            <a:r>
              <a:rPr lang="es-US" sz="3000" dirty="0">
                <a:latin typeface="Calibri" panose="020F0502020204030204" pitchFamily="34" charset="0"/>
                <a:cs typeface="Calibri" panose="020F0502020204030204" pitchFamily="34" charset="0"/>
              </a:rPr>
              <a:t>__  barcha elektr asbob uskunalar, jihozlar soz holda turishi va saqlanishi zarur.</a:t>
            </a:r>
            <a:endParaRPr lang="ru-R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US" sz="3000" dirty="0">
                <a:latin typeface="Calibri" panose="020F0502020204030204" pitchFamily="34" charset="0"/>
                <a:cs typeface="Calibri" panose="020F0502020204030204" pitchFamily="34" charset="0"/>
              </a:rPr>
              <a:t>__ elektr asbob uskunalarni elektr toki bilan ta’minlovchi kabel va simlar tepadan shunday o’tkazilishi kerakki, ular pol va devorlari ho’l va nam joylarga tegmasligi,isitish moslamalaridan uzoqroq bo’lishi kerak:</a:t>
            </a:r>
            <a:endParaRPr lang="ru-R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US" sz="3000" dirty="0">
                <a:latin typeface="Calibri" panose="020F0502020204030204" pitchFamily="34" charset="0"/>
                <a:cs typeface="Calibri" panose="020F0502020204030204" pitchFamily="34" charset="0"/>
              </a:rPr>
              <a:t>__  elektr asbob uskunalarining qo’l tegishi mumkin bo’lgan barcha tok o’tkazuvchi qismlari maxsus himoya qoplamalari bilan himoyalangan bo’lishi zarur.</a:t>
            </a:r>
            <a:endParaRPr lang="ru-R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ru-R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100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Elektr</a:t>
            </a:r>
            <a:r>
              <a:rPr lang="en-US" dirty="0" smtClean="0"/>
              <a:t> </a:t>
            </a:r>
            <a:r>
              <a:rPr lang="en-US" dirty="0" err="1" smtClean="0"/>
              <a:t>asboblar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20" y="1844824"/>
            <a:ext cx="7735663" cy="471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081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Sartaroshlik</a:t>
            </a:r>
            <a:r>
              <a:rPr lang="en-US" dirty="0" smtClean="0"/>
              <a:t> </a:t>
            </a:r>
            <a:r>
              <a:rPr lang="en-US" dirty="0" err="1" smtClean="0"/>
              <a:t>asboblari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76" b="11702"/>
          <a:stretch/>
        </p:blipFill>
        <p:spPr bwMode="auto">
          <a:xfrm>
            <a:off x="179512" y="1933295"/>
            <a:ext cx="7842716" cy="4655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8279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620688"/>
            <a:ext cx="7225939" cy="5727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71867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зящная">
  <a:themeElements>
    <a:clrScheme name="Изящная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Изящная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зящная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32</TotalTime>
  <Words>144</Words>
  <Application>Microsoft Office PowerPoint</Application>
  <PresentationFormat>Экран (4:3)</PresentationFormat>
  <Paragraphs>10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Изящная</vt:lpstr>
      <vt:lpstr>Kirish. Mehnat muhofazasi  hamda elektr asboblari bilan ishlashda texnika xavfsizligi, ish jarayoniga tayyorlash ishlarini o’rganish</vt:lpstr>
      <vt:lpstr>Sartaroshlik ishi</vt:lpstr>
      <vt:lpstr>Elektr asbob-uskunalardan foydalanish</vt:lpstr>
      <vt:lpstr>Презентация PowerPoint</vt:lpstr>
      <vt:lpstr>Elektr asboblar</vt:lpstr>
      <vt:lpstr>Sartaroshlik asboblari</vt:lpstr>
      <vt:lpstr>Презентация PowerPoint</vt:lpstr>
    </vt:vector>
  </TitlesOfParts>
  <Company>SSK 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Kirish. Mehnat muhofazasi  hamda elektr asboblari bilan ishlashda texnika xavfsizligi, ish jarayoniga tayyorlash ishlarini o’rganish</dc:title>
  <dc:creator>Saboxat</dc:creator>
  <cp:lastModifiedBy>Saboxat</cp:lastModifiedBy>
  <cp:revision>4</cp:revision>
  <dcterms:created xsi:type="dcterms:W3CDTF">2023-11-01T10:11:11Z</dcterms:created>
  <dcterms:modified xsi:type="dcterms:W3CDTF">2023-11-01T10:43:27Z</dcterms:modified>
</cp:coreProperties>
</file>