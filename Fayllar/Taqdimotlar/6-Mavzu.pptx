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3" d="100"/>
          <a:sy n="53" d="100"/>
        </p:scale>
        <p:origin x="-99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Ref idx="1001">
        <a:schemeClr val="bg2"/>
      </p:bgRef>
    </p:bg>
    <p:spTree>
      <p:nvGrpSpPr>
        <p:cNvPr id="1" name=""/>
        <p:cNvGrpSpPr/>
        <p:nvPr/>
      </p:nvGrpSpPr>
      <p:grpSpPr>
        <a:xfrm>
          <a:off x="0" y="0"/>
          <a:ext cx="0" cy="0"/>
          <a:chOff x="0" y="0"/>
          <a:chExt cx="0" cy="0"/>
        </a:xfrm>
      </p:grpSpPr>
      <p:sp>
        <p:nvSpPr>
          <p:cNvPr id="15" name="Прямоугольник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Прямоугольник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Прямоугольник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Прямоугольник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Прямоугольник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Подзаголовок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smtClean="0"/>
              <a:t>Образец подзаголовка</a:t>
            </a:r>
            <a:endParaRPr kumimoji="0" lang="en-US"/>
          </a:p>
        </p:txBody>
      </p:sp>
      <p:sp>
        <p:nvSpPr>
          <p:cNvPr id="28" name="Дата 27"/>
          <p:cNvSpPr>
            <a:spLocks noGrp="1"/>
          </p:cNvSpPr>
          <p:nvPr>
            <p:ph type="dt" sz="half" idx="10"/>
          </p:nvPr>
        </p:nvSpPr>
        <p:spPr/>
        <p:txBody>
          <a:bodyPr/>
          <a:lstStyle/>
          <a:p>
            <a:fld id="{78216970-B587-496B-AE69-AEFEA21034A4}" type="datetimeFigureOut">
              <a:rPr lang="ru-RU" smtClean="0"/>
              <a:t>07.11.2023</a:t>
            </a:fld>
            <a:endParaRPr lang="ru-RU"/>
          </a:p>
        </p:txBody>
      </p:sp>
      <p:sp>
        <p:nvSpPr>
          <p:cNvPr id="17" name="Нижний колонтитул 16"/>
          <p:cNvSpPr>
            <a:spLocks noGrp="1"/>
          </p:cNvSpPr>
          <p:nvPr>
            <p:ph type="ftr" sz="quarter" idx="11"/>
          </p:nvPr>
        </p:nvSpPr>
        <p:spPr/>
        <p:txBody>
          <a:bodyPr/>
          <a:lstStyle/>
          <a:p>
            <a:endParaRPr lang="ru-RU"/>
          </a:p>
        </p:txBody>
      </p:sp>
      <p:sp>
        <p:nvSpPr>
          <p:cNvPr id="7" name="Прямая соединительная линия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Прямоугольник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Овал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Овал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Номер слайда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62FABBB5-512D-4BE6-8884-0AD14E92DF4D}" type="slidenum">
              <a:rPr lang="ru-RU" smtClean="0"/>
              <a:t>‹#›</a:t>
            </a:fld>
            <a:endParaRPr lang="ru-RU"/>
          </a:p>
        </p:txBody>
      </p:sp>
      <p:sp>
        <p:nvSpPr>
          <p:cNvPr id="8" name="Заголовок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ru-RU" smtClean="0"/>
              <a:t>Образец заголовка</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bg>
      <p:bgRef idx="1001">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solidFill>
                  <a:schemeClr val="accent3">
                    <a:shade val="75000"/>
                  </a:schemeClr>
                </a:solidFill>
              </a:defRPr>
            </a:lvl1pPr>
          </a:lstStyle>
          <a:p>
            <a:r>
              <a:rPr kumimoji="0" lang="ru-RU" smtClean="0"/>
              <a:t>Образец заголовка</a:t>
            </a:r>
            <a:endParaRPr kumimoji="0" lang="en-US"/>
          </a:p>
        </p:txBody>
      </p:sp>
      <p:sp>
        <p:nvSpPr>
          <p:cNvPr id="4" name="Дата 3"/>
          <p:cNvSpPr>
            <a:spLocks noGrp="1"/>
          </p:cNvSpPr>
          <p:nvPr>
            <p:ph type="dt" sz="half" idx="10"/>
          </p:nvPr>
        </p:nvSpPr>
        <p:spPr/>
        <p:txBody>
          <a:bodyPr/>
          <a:lstStyle/>
          <a:p>
            <a:fld id="{78216970-B587-496B-AE69-AEFEA21034A4}" type="datetimeFigureOut">
              <a:rPr lang="ru-RU" smtClean="0"/>
              <a:t>07.11.2023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a:xfrm>
            <a:off x="4361688" y="1026372"/>
            <a:ext cx="457200" cy="441325"/>
          </a:xfrm>
        </p:spPr>
        <p:txBody>
          <a:bodyPr/>
          <a:lstStyle/>
          <a:p>
            <a:fld id="{62FABBB5-512D-4BE6-8884-0AD14E92DF4D}" type="slidenum">
              <a:rPr lang="ru-RU" smtClean="0"/>
              <a:t>‹#›</a:t>
            </a:fld>
            <a:endParaRPr lang="ru-RU"/>
          </a:p>
        </p:txBody>
      </p:sp>
      <p:sp>
        <p:nvSpPr>
          <p:cNvPr id="8" name="Объект 7"/>
          <p:cNvSpPr>
            <a:spLocks noGrp="1"/>
          </p:cNvSpPr>
          <p:nvPr>
            <p:ph sz="quarter" idx="1"/>
          </p:nvPr>
        </p:nvSpPr>
        <p:spPr>
          <a:xfrm>
            <a:off x="301752" y="1527048"/>
            <a:ext cx="8503920" cy="4572000"/>
          </a:xfrm>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1"/>
      </p:bgRef>
    </p:bg>
    <p:spTree>
      <p:nvGrpSpPr>
        <p:cNvPr id="1" name=""/>
        <p:cNvGrpSpPr/>
        <p:nvPr/>
      </p:nvGrpSpPr>
      <p:grpSpPr>
        <a:xfrm>
          <a:off x="0" y="0"/>
          <a:ext cx="0" cy="0"/>
          <a:chOff x="0" y="0"/>
          <a:chExt cx="0" cy="0"/>
        </a:xfrm>
      </p:grpSpPr>
      <p:sp>
        <p:nvSpPr>
          <p:cNvPr id="17" name="Прямоугольник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Прямоугольник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Прямоугольник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Прямоугольник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Прямоугольник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Прямоугольник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Текст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smtClean="0"/>
              <a:t>Образец текста</a:t>
            </a:r>
          </a:p>
        </p:txBody>
      </p:sp>
      <p:sp>
        <p:nvSpPr>
          <p:cNvPr id="13" name="Прямоугольник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Прямоугольник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Нижний колонтитул 4"/>
          <p:cNvSpPr>
            <a:spLocks noGrp="1"/>
          </p:cNvSpPr>
          <p:nvPr>
            <p:ph type="ftr" sz="quarter" idx="11"/>
          </p:nvPr>
        </p:nvSpPr>
        <p:spPr/>
        <p:txBody>
          <a:bodyPr/>
          <a:lstStyle/>
          <a:p>
            <a:endParaRPr lang="ru-RU"/>
          </a:p>
        </p:txBody>
      </p:sp>
      <p:sp>
        <p:nvSpPr>
          <p:cNvPr id="4" name="Дата 3"/>
          <p:cNvSpPr>
            <a:spLocks noGrp="1"/>
          </p:cNvSpPr>
          <p:nvPr>
            <p:ph type="dt" sz="half" idx="10"/>
          </p:nvPr>
        </p:nvSpPr>
        <p:spPr/>
        <p:txBody>
          <a:bodyPr/>
          <a:lstStyle/>
          <a:p>
            <a:fld id="{78216970-B587-496B-AE69-AEFEA21034A4}" type="datetimeFigureOut">
              <a:rPr lang="ru-RU" smtClean="0"/>
              <a:t>07.11.2023</a:t>
            </a:fld>
            <a:endParaRPr lang="ru-RU"/>
          </a:p>
        </p:txBody>
      </p:sp>
      <p:sp>
        <p:nvSpPr>
          <p:cNvPr id="8" name="Прямая соединительная линия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Овал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Овал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Номер слайда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62FABBB5-512D-4BE6-8884-0AD14E92DF4D}" type="slidenum">
              <a:rPr lang="ru-RU" smtClean="0"/>
              <a:t>‹#›</a:t>
            </a:fld>
            <a:endParaRPr lang="ru-RU"/>
          </a:p>
        </p:txBody>
      </p:sp>
      <p:sp>
        <p:nvSpPr>
          <p:cNvPr id="2" name="Заголовок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ru-RU" smtClean="0"/>
              <a:t>Образец заголовка</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bg>
      <p:bgRef idx="1001">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1752" y="228600"/>
            <a:ext cx="8534400" cy="758952"/>
          </a:xfrm>
        </p:spPr>
        <p:txBody>
          <a:bodyPr/>
          <a:lstStyle/>
          <a:p>
            <a:r>
              <a:rPr kumimoji="0" lang="ru-RU" smtClean="0"/>
              <a:t>Образец заголовка</a:t>
            </a:r>
            <a:endParaRPr kumimoji="0" lang="en-US"/>
          </a:p>
        </p:txBody>
      </p:sp>
      <p:sp>
        <p:nvSpPr>
          <p:cNvPr id="5" name="Дата 4"/>
          <p:cNvSpPr>
            <a:spLocks noGrp="1"/>
          </p:cNvSpPr>
          <p:nvPr>
            <p:ph type="dt" sz="half" idx="10"/>
          </p:nvPr>
        </p:nvSpPr>
        <p:spPr>
          <a:xfrm>
            <a:off x="5791200" y="6409944"/>
            <a:ext cx="3044952" cy="365760"/>
          </a:xfrm>
        </p:spPr>
        <p:txBody>
          <a:bodyPr/>
          <a:lstStyle/>
          <a:p>
            <a:fld id="{78216970-B587-496B-AE69-AEFEA21034A4}" type="datetimeFigureOut">
              <a:rPr lang="ru-RU" smtClean="0"/>
              <a:t>07.11.2023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2FABBB5-512D-4BE6-8884-0AD14E92DF4D}" type="slidenum">
              <a:rPr lang="ru-RU" smtClean="0"/>
              <a:t>‹#›</a:t>
            </a:fld>
            <a:endParaRPr lang="ru-RU"/>
          </a:p>
        </p:txBody>
      </p:sp>
      <p:sp>
        <p:nvSpPr>
          <p:cNvPr id="8" name="Прямая соединительная линия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Объект 9"/>
          <p:cNvSpPr>
            <a:spLocks noGrp="1"/>
          </p:cNvSpPr>
          <p:nvPr>
            <p:ph sz="half" idx="1"/>
          </p:nvPr>
        </p:nvSpPr>
        <p:spPr>
          <a:xfrm>
            <a:off x="301752" y="1371600"/>
            <a:ext cx="4038600" cy="4681728"/>
          </a:xfrm>
        </p:spPr>
        <p:txBody>
          <a:bodyPr/>
          <a:lstStyle>
            <a:lvl1pPr>
              <a:defRPr sz="2500"/>
            </a:lvl1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12" name="Объект 11"/>
          <p:cNvSpPr>
            <a:spLocks noGrp="1"/>
          </p:cNvSpPr>
          <p:nvPr>
            <p:ph sz="half" idx="2"/>
          </p:nvPr>
        </p:nvSpPr>
        <p:spPr>
          <a:xfrm>
            <a:off x="4800600" y="1371600"/>
            <a:ext cx="4038600" cy="4681728"/>
          </a:xfrm>
        </p:spPr>
        <p:txBody>
          <a:bodyPr/>
          <a:lstStyle>
            <a:lvl1pPr>
              <a:defRPr sz="2500"/>
            </a:lvl1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bg>
      <p:bgRef idx="1001">
        <a:schemeClr val="bg2"/>
      </p:bgRef>
    </p:bg>
    <p:spTree>
      <p:nvGrpSpPr>
        <p:cNvPr id="1" name=""/>
        <p:cNvGrpSpPr/>
        <p:nvPr/>
      </p:nvGrpSpPr>
      <p:grpSpPr>
        <a:xfrm>
          <a:off x="0" y="0"/>
          <a:ext cx="0" cy="0"/>
          <a:chOff x="0" y="0"/>
          <a:chExt cx="0" cy="0"/>
        </a:xfrm>
      </p:grpSpPr>
      <p:sp>
        <p:nvSpPr>
          <p:cNvPr id="10" name="Прямая соединительная линия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Прямоугольник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Прямоугольник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Прямоугольник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Прямоугольник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Прямоугольник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Прямоугольник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Текст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p>
        </p:txBody>
      </p:sp>
      <p:sp>
        <p:nvSpPr>
          <p:cNvPr id="4" name="Текст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p>
        </p:txBody>
      </p:sp>
      <p:sp>
        <p:nvSpPr>
          <p:cNvPr id="7" name="Дата 6"/>
          <p:cNvSpPr>
            <a:spLocks noGrp="1"/>
          </p:cNvSpPr>
          <p:nvPr>
            <p:ph type="dt" sz="half" idx="10"/>
          </p:nvPr>
        </p:nvSpPr>
        <p:spPr/>
        <p:txBody>
          <a:bodyPr/>
          <a:lstStyle/>
          <a:p>
            <a:fld id="{78216970-B587-496B-AE69-AEFEA21034A4}" type="datetimeFigureOut">
              <a:rPr lang="ru-RU" smtClean="0"/>
              <a:t>07.11.2023</a:t>
            </a:fld>
            <a:endParaRPr lang="ru-RU"/>
          </a:p>
        </p:txBody>
      </p:sp>
      <p:sp>
        <p:nvSpPr>
          <p:cNvPr id="8" name="Нижний колонтитул 7"/>
          <p:cNvSpPr>
            <a:spLocks noGrp="1"/>
          </p:cNvSpPr>
          <p:nvPr>
            <p:ph type="ftr" sz="quarter" idx="11"/>
          </p:nvPr>
        </p:nvSpPr>
        <p:spPr>
          <a:xfrm>
            <a:off x="304800" y="6409944"/>
            <a:ext cx="3581400" cy="365760"/>
          </a:xfrm>
        </p:spPr>
        <p:txBody>
          <a:bodyPr/>
          <a:lstStyle/>
          <a:p>
            <a:endParaRPr lang="ru-RU"/>
          </a:p>
        </p:txBody>
      </p:sp>
      <p:sp>
        <p:nvSpPr>
          <p:cNvPr id="15" name="Прямая соединительная линия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Прямоугольник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Объект 23"/>
          <p:cNvSpPr>
            <a:spLocks noGrp="1"/>
          </p:cNvSpPr>
          <p:nvPr>
            <p:ph sz="quarter" idx="2"/>
          </p:nvPr>
        </p:nvSpPr>
        <p:spPr>
          <a:xfrm>
            <a:off x="301752" y="2471383"/>
            <a:ext cx="4041648" cy="3818404"/>
          </a:xfrm>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26" name="Объект 25"/>
          <p:cNvSpPr>
            <a:spLocks noGrp="1"/>
          </p:cNvSpPr>
          <p:nvPr>
            <p:ph sz="quarter" idx="4"/>
          </p:nvPr>
        </p:nvSpPr>
        <p:spPr>
          <a:xfrm>
            <a:off x="4800600" y="2471383"/>
            <a:ext cx="4038600" cy="3822192"/>
          </a:xfrm>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25" name="Овал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Овал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Номер слайда 8"/>
          <p:cNvSpPr>
            <a:spLocks noGrp="1"/>
          </p:cNvSpPr>
          <p:nvPr>
            <p:ph type="sldNum" sz="quarter" idx="12"/>
          </p:nvPr>
        </p:nvSpPr>
        <p:spPr>
          <a:xfrm>
            <a:off x="4343400" y="1042416"/>
            <a:ext cx="457200" cy="441325"/>
          </a:xfrm>
        </p:spPr>
        <p:txBody>
          <a:bodyPr/>
          <a:lstStyle>
            <a:lvl1pPr algn="ctr">
              <a:defRPr/>
            </a:lvl1pPr>
          </a:lstStyle>
          <a:p>
            <a:fld id="{62FABBB5-512D-4BE6-8884-0AD14E92DF4D}" type="slidenum">
              <a:rPr lang="ru-RU" smtClean="0"/>
              <a:t>‹#›</a:t>
            </a:fld>
            <a:endParaRPr lang="ru-RU"/>
          </a:p>
        </p:txBody>
      </p:sp>
      <p:sp>
        <p:nvSpPr>
          <p:cNvPr id="23" name="Заголовок 22"/>
          <p:cNvSpPr>
            <a:spLocks noGrp="1"/>
          </p:cNvSpPr>
          <p:nvPr>
            <p:ph type="title"/>
          </p:nvPr>
        </p:nvSpPr>
        <p:spPr/>
        <p:txBody>
          <a:bodyPr rtlCol="0" anchor="b" anchorCtr="0"/>
          <a:lstStyle/>
          <a:p>
            <a:r>
              <a:rPr kumimoji="0" lang="ru-RU" smtClean="0"/>
              <a:t>Образец заголовка</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Дата 2"/>
          <p:cNvSpPr>
            <a:spLocks noGrp="1"/>
          </p:cNvSpPr>
          <p:nvPr>
            <p:ph type="dt" sz="half" idx="10"/>
          </p:nvPr>
        </p:nvSpPr>
        <p:spPr/>
        <p:txBody>
          <a:bodyPr/>
          <a:lstStyle/>
          <a:p>
            <a:fld id="{78216970-B587-496B-AE69-AEFEA21034A4}" type="datetimeFigureOut">
              <a:rPr lang="ru-RU" smtClean="0"/>
              <a:t>07.11.2023</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a:xfrm>
            <a:off x="4343400" y="1036020"/>
            <a:ext cx="457200" cy="441325"/>
          </a:xfrm>
        </p:spPr>
        <p:txBody>
          <a:bodyPr/>
          <a:lstStyle/>
          <a:p>
            <a:fld id="{62FABBB5-512D-4BE6-8884-0AD14E92DF4D}"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7" name="Прямоугольник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Прямоугольник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Прямоугольник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Прямоугольник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Прямоугольник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Прямоугольник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Дата 1"/>
          <p:cNvSpPr>
            <a:spLocks noGrp="1"/>
          </p:cNvSpPr>
          <p:nvPr>
            <p:ph type="dt" sz="half" idx="10"/>
          </p:nvPr>
        </p:nvSpPr>
        <p:spPr/>
        <p:txBody>
          <a:bodyPr/>
          <a:lstStyle/>
          <a:p>
            <a:fld id="{78216970-B587-496B-AE69-AEFEA21034A4}" type="datetimeFigureOut">
              <a:rPr lang="ru-RU" smtClean="0"/>
              <a:t>07.11.2023</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a:xfrm>
            <a:off x="4267200" y="6324600"/>
            <a:ext cx="609600" cy="441324"/>
          </a:xfrm>
        </p:spPr>
        <p:txBody>
          <a:bodyPr/>
          <a:lstStyle>
            <a:lvl1pPr>
              <a:defRPr>
                <a:solidFill>
                  <a:srgbClr val="FFFFFF"/>
                </a:solidFill>
              </a:defRPr>
            </a:lvl1pPr>
          </a:lstStyle>
          <a:p>
            <a:fld id="{62FABBB5-512D-4BE6-8884-0AD14E92DF4D}"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bg>
      <p:bgRef idx="1001">
        <a:schemeClr val="bg1"/>
      </p:bgRef>
    </p:bg>
    <p:spTree>
      <p:nvGrpSpPr>
        <p:cNvPr id="1" name=""/>
        <p:cNvGrpSpPr/>
        <p:nvPr/>
      </p:nvGrpSpPr>
      <p:grpSpPr>
        <a:xfrm>
          <a:off x="0" y="0"/>
          <a:ext cx="0" cy="0"/>
          <a:chOff x="0" y="0"/>
          <a:chExt cx="0" cy="0"/>
        </a:xfrm>
      </p:grpSpPr>
      <p:sp>
        <p:nvSpPr>
          <p:cNvPr id="19" name="Прямоугольник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Прямоугольник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Прямоугольник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Прямоугольник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Прямоугольник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Прямоугольник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Заголовок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ru-RU" smtClean="0"/>
              <a:t>Образец заголовка</a:t>
            </a:r>
            <a:endParaRPr kumimoji="0" lang="en-US"/>
          </a:p>
        </p:txBody>
      </p:sp>
      <p:sp>
        <p:nvSpPr>
          <p:cNvPr id="3" name="Текст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ru-RU" smtClean="0"/>
              <a:t>Образец текста</a:t>
            </a:r>
          </a:p>
        </p:txBody>
      </p:sp>
      <p:sp>
        <p:nvSpPr>
          <p:cNvPr id="8" name="Прямоугольник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Прямая соединительная линия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Объект 19"/>
          <p:cNvSpPr>
            <a:spLocks noGrp="1"/>
          </p:cNvSpPr>
          <p:nvPr>
            <p:ph sz="quarter" idx="1"/>
          </p:nvPr>
        </p:nvSpPr>
        <p:spPr>
          <a:xfrm>
            <a:off x="3124200" y="685800"/>
            <a:ext cx="5638800" cy="5410200"/>
          </a:xfrm>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10" name="Овал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Овал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Номер слайда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62FABBB5-512D-4BE6-8884-0AD14E92DF4D}" type="slidenum">
              <a:rPr lang="ru-RU" smtClean="0"/>
              <a:t>‹#›</a:t>
            </a:fld>
            <a:endParaRPr lang="ru-RU"/>
          </a:p>
        </p:txBody>
      </p:sp>
      <p:sp>
        <p:nvSpPr>
          <p:cNvPr id="21" name="Прямоугольник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Дата 4"/>
          <p:cNvSpPr>
            <a:spLocks noGrp="1"/>
          </p:cNvSpPr>
          <p:nvPr>
            <p:ph type="dt" sz="half" idx="10"/>
          </p:nvPr>
        </p:nvSpPr>
        <p:spPr/>
        <p:txBody>
          <a:bodyPr/>
          <a:lstStyle/>
          <a:p>
            <a:fld id="{78216970-B587-496B-AE69-AEFEA21034A4}" type="datetimeFigureOut">
              <a:rPr lang="ru-RU" smtClean="0"/>
              <a:t>07.11.2023</a:t>
            </a:fld>
            <a:endParaRPr lang="ru-RU"/>
          </a:p>
        </p:txBody>
      </p:sp>
      <p:sp>
        <p:nvSpPr>
          <p:cNvPr id="6" name="Нижний колонтитул 5"/>
          <p:cNvSpPr>
            <a:spLocks noGrp="1"/>
          </p:cNvSpPr>
          <p:nvPr>
            <p:ph type="ftr" sz="quarter" idx="11"/>
          </p:nvPr>
        </p:nvSpPr>
        <p:spPr>
          <a:xfrm>
            <a:off x="301752" y="6410848"/>
            <a:ext cx="3383280" cy="365760"/>
          </a:xfrm>
        </p:spPr>
        <p:txBody>
          <a:bodyPr/>
          <a:lstStyle/>
          <a:p>
            <a:endParaRPr lang="ru-RU"/>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1" name="Прямая соединительная линия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Прямоугольник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Прямоугольник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Прямоугольник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Прямоугольник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Прямоугольник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Прямоугольник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Прямоугольник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Овал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Овал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Номер слайда 6"/>
          <p:cNvSpPr>
            <a:spLocks noGrp="1"/>
          </p:cNvSpPr>
          <p:nvPr>
            <p:ph type="sldNum" sz="quarter" idx="12"/>
          </p:nvPr>
        </p:nvSpPr>
        <p:spPr>
          <a:xfrm>
            <a:off x="1371600" y="312738"/>
            <a:ext cx="457200" cy="441325"/>
          </a:xfrm>
        </p:spPr>
        <p:txBody>
          <a:bodyPr/>
          <a:lstStyle/>
          <a:p>
            <a:fld id="{62FABBB5-512D-4BE6-8884-0AD14E92DF4D}" type="slidenum">
              <a:rPr lang="ru-RU" smtClean="0"/>
              <a:t>‹#›</a:t>
            </a:fld>
            <a:endParaRPr lang="ru-RU"/>
          </a:p>
        </p:txBody>
      </p:sp>
      <p:sp>
        <p:nvSpPr>
          <p:cNvPr id="2" name="Заголовок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ru-RU" smtClean="0"/>
              <a:t>Образец заголовка</a:t>
            </a:r>
            <a:endParaRPr kumimoji="0" lang="en-US"/>
          </a:p>
        </p:txBody>
      </p:sp>
      <p:sp>
        <p:nvSpPr>
          <p:cNvPr id="3" name="Рисунок 2"/>
          <p:cNvSpPr>
            <a:spLocks noGrp="1"/>
          </p:cNvSpPr>
          <p:nvPr>
            <p:ph type="pic" idx="1"/>
          </p:nvPr>
        </p:nvSpPr>
        <p:spPr>
          <a:xfrm>
            <a:off x="3000375" y="609600"/>
            <a:ext cx="5867400" cy="4267200"/>
          </a:xfrm>
        </p:spPr>
        <p:txBody>
          <a:bodyPr/>
          <a:lstStyle>
            <a:lvl1pPr marL="0" indent="0">
              <a:buNone/>
              <a:defRPr sz="3200"/>
            </a:lvl1pPr>
          </a:lstStyle>
          <a:p>
            <a:r>
              <a:rPr kumimoji="0" lang="ru-RU" smtClean="0"/>
              <a:t>Вставка рисунка</a:t>
            </a:r>
            <a:endParaRPr kumimoji="0" lang="en-US" dirty="0"/>
          </a:p>
        </p:txBody>
      </p:sp>
      <p:sp>
        <p:nvSpPr>
          <p:cNvPr id="4" name="Текст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ru-RU" smtClean="0"/>
              <a:t>Образец текста</a:t>
            </a:r>
          </a:p>
        </p:txBody>
      </p:sp>
      <p:sp>
        <p:nvSpPr>
          <p:cNvPr id="22" name="Прямоугольник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Дата 4"/>
          <p:cNvSpPr>
            <a:spLocks noGrp="1"/>
          </p:cNvSpPr>
          <p:nvPr>
            <p:ph type="dt" sz="half" idx="10"/>
          </p:nvPr>
        </p:nvSpPr>
        <p:spPr>
          <a:xfrm>
            <a:off x="5788152" y="6404984"/>
            <a:ext cx="3044952" cy="365760"/>
          </a:xfrm>
        </p:spPr>
        <p:txBody>
          <a:bodyPr/>
          <a:lstStyle/>
          <a:p>
            <a:fld id="{78216970-B587-496B-AE69-AEFEA21034A4}" type="datetimeFigureOut">
              <a:rPr lang="ru-RU" smtClean="0"/>
              <a:t>07.11.2023</a:t>
            </a:fld>
            <a:endParaRPr lang="ru-RU"/>
          </a:p>
        </p:txBody>
      </p:sp>
      <p:sp>
        <p:nvSpPr>
          <p:cNvPr id="6" name="Нижний колонтитул 5"/>
          <p:cNvSpPr>
            <a:spLocks noGrp="1"/>
          </p:cNvSpPr>
          <p:nvPr>
            <p:ph type="ftr" sz="quarter" idx="11"/>
          </p:nvPr>
        </p:nvSpPr>
        <p:spPr>
          <a:xfrm>
            <a:off x="301752" y="6410848"/>
            <a:ext cx="3584448" cy="365760"/>
          </a:xfrm>
        </p:spPr>
        <p:txBody>
          <a:bodyPr/>
          <a:lstStyle/>
          <a:p>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bg>
      <p:bgRef idx="1001">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78216970-B587-496B-AE69-AEFEA21034A4}" type="datetimeFigureOut">
              <a:rPr lang="ru-RU" smtClean="0"/>
              <a:t>07.11.2023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2FABBB5-512D-4BE6-8884-0AD14E92DF4D}" type="slidenum">
              <a:rPr lang="ru-RU" smtClean="0"/>
              <a:t>‹#›</a:t>
            </a:fld>
            <a:endParaRPr lang="ru-RU"/>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bg>
      <p:bgRef idx="1001">
        <a:schemeClr val="bg2"/>
      </p:bgRef>
    </p:bg>
    <p:spTree>
      <p:nvGrpSpPr>
        <p:cNvPr id="1" name=""/>
        <p:cNvGrpSpPr/>
        <p:nvPr/>
      </p:nvGrpSpPr>
      <p:grpSpPr>
        <a:xfrm>
          <a:off x="0" y="0"/>
          <a:ext cx="0" cy="0"/>
          <a:chOff x="0" y="0"/>
          <a:chExt cx="0" cy="0"/>
        </a:xfrm>
      </p:grpSpPr>
      <p:sp>
        <p:nvSpPr>
          <p:cNvPr id="7" name="Прямоугольник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Прямоугольник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Прямоугольник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Прямоугольник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Прямоугольник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Прямоугольник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Прямая соединительная линия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Овал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Овал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Номер слайда 5"/>
          <p:cNvSpPr>
            <a:spLocks noGrp="1"/>
          </p:cNvSpPr>
          <p:nvPr>
            <p:ph type="sldNum" sz="quarter" idx="12"/>
          </p:nvPr>
        </p:nvSpPr>
        <p:spPr>
          <a:xfrm>
            <a:off x="6915912" y="3009901"/>
            <a:ext cx="457200" cy="441325"/>
          </a:xfrm>
        </p:spPr>
        <p:txBody>
          <a:bodyPr/>
          <a:lstStyle/>
          <a:p>
            <a:fld id="{62FABBB5-512D-4BE6-8884-0AD14E92DF4D}" type="slidenum">
              <a:rPr lang="ru-RU" smtClean="0"/>
              <a:t>‹#›</a:t>
            </a:fld>
            <a:endParaRPr lang="ru-RU"/>
          </a:p>
        </p:txBody>
      </p:sp>
      <p:sp>
        <p:nvSpPr>
          <p:cNvPr id="3" name="Вертикальный текст 2"/>
          <p:cNvSpPr>
            <a:spLocks noGrp="1"/>
          </p:cNvSpPr>
          <p:nvPr>
            <p:ph type="body" orient="vert" idx="1"/>
          </p:nvPr>
        </p:nvSpPr>
        <p:spPr>
          <a:xfrm>
            <a:off x="304800" y="304800"/>
            <a:ext cx="6553200" cy="5821366"/>
          </a:xfrm>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78216970-B587-496B-AE69-AEFEA21034A4}" type="datetimeFigureOut">
              <a:rPr lang="ru-RU" smtClean="0"/>
              <a:t>07.11.2023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2" name="Вертикальный заголовок 1"/>
          <p:cNvSpPr>
            <a:spLocks noGrp="1"/>
          </p:cNvSpPr>
          <p:nvPr>
            <p:ph type="title" orient="vert"/>
          </p:nvPr>
        </p:nvSpPr>
        <p:spPr>
          <a:xfrm>
            <a:off x="7391400" y="304801"/>
            <a:ext cx="1447800" cy="5851525"/>
          </a:xfrm>
        </p:spPr>
        <p:txBody>
          <a:bodyPr vert="eaVert"/>
          <a:lstStyle/>
          <a:p>
            <a:r>
              <a:rPr kumimoji="0" lang="ru-RU" smtClean="0"/>
              <a:t>Образец заголовка</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Прямоугольник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Прямоугольник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Прямоугольник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Прямоугольник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Прямоугольник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Дата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78216970-B587-496B-AE69-AEFEA21034A4}" type="datetimeFigureOut">
              <a:rPr lang="ru-RU" smtClean="0"/>
              <a:t>07.11.2023</a:t>
            </a:fld>
            <a:endParaRPr lang="ru-RU"/>
          </a:p>
        </p:txBody>
      </p:sp>
      <p:sp>
        <p:nvSpPr>
          <p:cNvPr id="3" name="Нижний колонтитул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ru-RU"/>
          </a:p>
        </p:txBody>
      </p:sp>
      <p:sp>
        <p:nvSpPr>
          <p:cNvPr id="8" name="Прямоугольник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Прямая соединительная линия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Овал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Овал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Номер слайда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62FABBB5-512D-4BE6-8884-0AD14E92DF4D}" type="slidenum">
              <a:rPr lang="ru-RU" smtClean="0"/>
              <a:t>‹#›</a:t>
            </a:fld>
            <a:endParaRPr lang="ru-RU"/>
          </a:p>
        </p:txBody>
      </p:sp>
      <p:sp>
        <p:nvSpPr>
          <p:cNvPr id="22" name="Заголовок 21"/>
          <p:cNvSpPr>
            <a:spLocks noGrp="1"/>
          </p:cNvSpPr>
          <p:nvPr>
            <p:ph type="title"/>
          </p:nvPr>
        </p:nvSpPr>
        <p:spPr>
          <a:xfrm>
            <a:off x="301752" y="228600"/>
            <a:ext cx="8534400" cy="758952"/>
          </a:xfrm>
          <a:prstGeom prst="rect">
            <a:avLst/>
          </a:prstGeom>
        </p:spPr>
        <p:txBody>
          <a:bodyPr vert="horz" anchor="b">
            <a:normAutofit/>
          </a:bodyPr>
          <a:lstStyle/>
          <a:p>
            <a:r>
              <a:rPr kumimoji="0" lang="ru-RU" smtClean="0"/>
              <a:t>Образец заголовка</a:t>
            </a:r>
            <a:endParaRPr kumimoji="0" lang="en-US"/>
          </a:p>
        </p:txBody>
      </p:sp>
      <p:sp>
        <p:nvSpPr>
          <p:cNvPr id="13" name="Текст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ru-RU" smtClean="0"/>
              <a:t>Образец текста</a:t>
            </a:r>
          </a:p>
          <a:p>
            <a:pPr lvl="1" eaLnBrk="1" latinLnBrk="0" hangingPunct="1"/>
            <a:r>
              <a:rPr kumimoji="0" lang="ru-RU" smtClean="0"/>
              <a:t>Второй уровень</a:t>
            </a:r>
          </a:p>
          <a:p>
            <a:pPr lvl="2" eaLnBrk="1" latinLnBrk="0" hangingPunct="1"/>
            <a:r>
              <a:rPr kumimoji="0" lang="ru-RU" smtClean="0"/>
              <a:t>Третий уровень</a:t>
            </a:r>
          </a:p>
          <a:p>
            <a:pPr lvl="3" eaLnBrk="1" latinLnBrk="0" hangingPunct="1"/>
            <a:r>
              <a:rPr kumimoji="0" lang="ru-RU" smtClean="0"/>
              <a:t>Четвертый уровень</a:t>
            </a:r>
          </a:p>
          <a:p>
            <a:pPr lvl="4" eaLnBrk="1" latinLnBrk="0" hangingPunct="1"/>
            <a:r>
              <a:rPr kumimoji="0" lang="ru-RU" smtClean="0"/>
              <a:t>Пятый уровень</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87624" y="2852936"/>
            <a:ext cx="6840760" cy="2664296"/>
          </a:xfrm>
        </p:spPr>
        <p:txBody>
          <a:bodyPr>
            <a:noAutofit/>
          </a:bodyPr>
          <a:lstStyle/>
          <a:p>
            <a:pPr algn="just"/>
            <a:r>
              <a:rPr lang="en-US" sz="2500" b="1" dirty="0" smtClean="0">
                <a:latin typeface="Times New Roman" panose="02020603050405020304" pitchFamily="18" charset="0"/>
                <a:cs typeface="Times New Roman" panose="02020603050405020304" pitchFamily="18" charset="0"/>
              </a:rPr>
              <a:t>  </a:t>
            </a:r>
            <a:r>
              <a:rPr lang="en-US" sz="2500" b="1" dirty="0" err="1" smtClean="0">
                <a:latin typeface="Times New Roman" panose="02020603050405020304" pitchFamily="18" charset="0"/>
                <a:cs typeface="Times New Roman" panose="02020603050405020304" pitchFamily="18" charset="0"/>
              </a:rPr>
              <a:t>Reja</a:t>
            </a:r>
            <a:r>
              <a:rPr lang="en-US" sz="2500" b="1" dirty="0">
                <a:latin typeface="Times New Roman" panose="02020603050405020304" pitchFamily="18" charset="0"/>
                <a:cs typeface="Times New Roman" panose="02020603050405020304" pitchFamily="18" charset="0"/>
              </a:rPr>
              <a:t>:</a:t>
            </a:r>
            <a:endParaRPr lang="ru-RU" sz="2500" dirty="0">
              <a:latin typeface="Times New Roman" panose="02020603050405020304" pitchFamily="18" charset="0"/>
              <a:cs typeface="Times New Roman" panose="02020603050405020304" pitchFamily="18" charset="0"/>
            </a:endParaRPr>
          </a:p>
          <a:p>
            <a:pPr algn="just"/>
            <a:r>
              <a:rPr lang="en-US" sz="2500" b="1" dirty="0">
                <a:latin typeface="Times New Roman" panose="02020603050405020304" pitchFamily="18" charset="0"/>
                <a:cs typeface="Times New Roman" panose="02020603050405020304" pitchFamily="18" charset="0"/>
              </a:rPr>
              <a:t>           1. </a:t>
            </a:r>
            <a:r>
              <a:rPr lang="en-US" sz="2500" b="1" dirty="0" err="1">
                <a:latin typeface="Times New Roman" panose="02020603050405020304" pitchFamily="18" charset="0"/>
                <a:cs typeface="Times New Roman" panose="02020603050405020304" pitchFamily="18" charset="0"/>
              </a:rPr>
              <a:t>Manikyur</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qilish</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uchun</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asboblar</a:t>
            </a:r>
            <a:r>
              <a:rPr lang="en-US" sz="2500" b="1" dirty="0">
                <a:latin typeface="Times New Roman" panose="02020603050405020304" pitchFamily="18" charset="0"/>
                <a:cs typeface="Times New Roman" panose="02020603050405020304" pitchFamily="18" charset="0"/>
              </a:rPr>
              <a:t> </a:t>
            </a:r>
            <a:endParaRPr lang="ru-RU" sz="2500" dirty="0">
              <a:latin typeface="Times New Roman" panose="02020603050405020304" pitchFamily="18" charset="0"/>
              <a:cs typeface="Times New Roman" panose="02020603050405020304" pitchFamily="18" charset="0"/>
            </a:endParaRPr>
          </a:p>
          <a:p>
            <a:pPr algn="just"/>
            <a:r>
              <a:rPr lang="en-US" sz="2500" b="1" dirty="0">
                <a:latin typeface="Times New Roman" panose="02020603050405020304" pitchFamily="18" charset="0"/>
                <a:cs typeface="Times New Roman" panose="02020603050405020304" pitchFamily="18" charset="0"/>
              </a:rPr>
              <a:t>          2.Teri </a:t>
            </a:r>
            <a:r>
              <a:rPr lang="en-US" sz="2500" b="1" dirty="0" err="1">
                <a:latin typeface="Times New Roman" panose="02020603050405020304" pitchFamily="18" charset="0"/>
                <a:cs typeface="Times New Roman" panose="02020603050405020304" pitchFamily="18" charset="0"/>
              </a:rPr>
              <a:t>turlari</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va</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ularni</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parvarish</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qilish</a:t>
            </a:r>
            <a:r>
              <a:rPr lang="en-US" sz="2500" b="1" dirty="0">
                <a:latin typeface="Times New Roman" panose="02020603050405020304" pitchFamily="18" charset="0"/>
                <a:cs typeface="Times New Roman" panose="02020603050405020304" pitchFamily="18" charset="0"/>
              </a:rPr>
              <a:t> </a:t>
            </a:r>
            <a:endParaRPr lang="ru-RU" sz="2500" dirty="0">
              <a:latin typeface="Times New Roman" panose="02020603050405020304" pitchFamily="18" charset="0"/>
              <a:cs typeface="Times New Roman" panose="02020603050405020304" pitchFamily="18" charset="0"/>
            </a:endParaRPr>
          </a:p>
          <a:p>
            <a:pPr algn="just"/>
            <a:r>
              <a:rPr lang="en-US" sz="2500" b="1" dirty="0">
                <a:latin typeface="Times New Roman" panose="02020603050405020304" pitchFamily="18" charset="0"/>
                <a:cs typeface="Times New Roman" panose="02020603050405020304" pitchFamily="18" charset="0"/>
              </a:rPr>
              <a:t>          3.Uy </a:t>
            </a:r>
            <a:r>
              <a:rPr lang="en-US" sz="2500" b="1" dirty="0" err="1">
                <a:latin typeface="Times New Roman" panose="02020603050405020304" pitchFamily="18" charset="0"/>
                <a:cs typeface="Times New Roman" panose="02020603050405020304" pitchFamily="18" charset="0"/>
              </a:rPr>
              <a:t>sharoitida</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manikyur</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qilish</a:t>
            </a:r>
            <a:r>
              <a:rPr lang="en-US" sz="2500" b="1" dirty="0">
                <a:latin typeface="Times New Roman" panose="02020603050405020304" pitchFamily="18" charset="0"/>
                <a:cs typeface="Times New Roman" panose="02020603050405020304" pitchFamily="18" charset="0"/>
              </a:rPr>
              <a:t> </a:t>
            </a:r>
            <a:endParaRPr lang="ru-RU" sz="2500" dirty="0">
              <a:latin typeface="Times New Roman" panose="02020603050405020304" pitchFamily="18" charset="0"/>
              <a:cs typeface="Times New Roman" panose="02020603050405020304" pitchFamily="18" charset="0"/>
            </a:endParaRPr>
          </a:p>
          <a:p>
            <a:pPr algn="just"/>
            <a:r>
              <a:rPr lang="en-US" sz="2500" b="1" dirty="0">
                <a:latin typeface="Times New Roman" panose="02020603050405020304" pitchFamily="18" charset="0"/>
                <a:cs typeface="Times New Roman" panose="02020603050405020304" pitchFamily="18" charset="0"/>
              </a:rPr>
              <a:t>          4.Tirnoqlarni </a:t>
            </a:r>
            <a:r>
              <a:rPr lang="en-US" sz="2500" b="1" dirty="0" err="1">
                <a:latin typeface="Times New Roman" panose="02020603050405020304" pitchFamily="18" charset="0"/>
                <a:cs typeface="Times New Roman" panose="02020603050405020304" pitchFamily="18" charset="0"/>
              </a:rPr>
              <a:t>bo‘yash</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va</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bezak</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berish</a:t>
            </a:r>
            <a:r>
              <a:rPr lang="en-US" sz="2500" b="1" dirty="0">
                <a:latin typeface="Times New Roman" panose="02020603050405020304" pitchFamily="18" charset="0"/>
                <a:cs typeface="Times New Roman" panose="02020603050405020304" pitchFamily="18" charset="0"/>
              </a:rPr>
              <a:t> </a:t>
            </a:r>
            <a:endParaRPr lang="ru-RU" sz="2500" dirty="0">
              <a:latin typeface="Times New Roman" panose="02020603050405020304" pitchFamily="18" charset="0"/>
              <a:cs typeface="Times New Roman" panose="02020603050405020304" pitchFamily="18" charset="0"/>
            </a:endParaRPr>
          </a:p>
          <a:p>
            <a:pPr algn="just"/>
            <a:endParaRPr lang="ru-RU" sz="2500" dirty="0">
              <a:latin typeface="Times New Roman" panose="02020603050405020304" pitchFamily="18" charset="0"/>
              <a:cs typeface="Times New Roman" panose="02020603050405020304" pitchFamily="18" charset="0"/>
            </a:endParaRPr>
          </a:p>
        </p:txBody>
      </p:sp>
      <p:sp>
        <p:nvSpPr>
          <p:cNvPr id="2" name="Заголовок 1"/>
          <p:cNvSpPr>
            <a:spLocks noGrp="1"/>
          </p:cNvSpPr>
          <p:nvPr>
            <p:ph type="ctrTitle"/>
          </p:nvPr>
        </p:nvSpPr>
        <p:spPr>
          <a:xfrm>
            <a:off x="683568" y="548680"/>
            <a:ext cx="7772400" cy="1470025"/>
          </a:xfrm>
        </p:spPr>
        <p:txBody>
          <a:bodyPr>
            <a:noAutofit/>
          </a:bodyPr>
          <a:lstStyle/>
          <a:p>
            <a:r>
              <a:rPr lang="en-US" sz="3500" b="1" dirty="0" err="1" smtClean="0">
                <a:solidFill>
                  <a:srgbClr val="FF0000"/>
                </a:solidFill>
                <a:latin typeface="Times New Roman" panose="02020603050405020304" pitchFamily="18" charset="0"/>
                <a:cs typeface="Times New Roman" panose="02020603050405020304" pitchFamily="18" charset="0"/>
              </a:rPr>
              <a:t>Tirnoq</a:t>
            </a:r>
            <a:r>
              <a:rPr lang="en-US" sz="3500" b="1" dirty="0" smtClean="0">
                <a:solidFill>
                  <a:srgbClr val="FF0000"/>
                </a:solidFill>
                <a:latin typeface="Times New Roman" panose="02020603050405020304" pitchFamily="18" charset="0"/>
                <a:cs typeface="Times New Roman" panose="02020603050405020304" pitchFamily="18" charset="0"/>
              </a:rPr>
              <a:t> </a:t>
            </a:r>
            <a:r>
              <a:rPr lang="en-US" sz="3500" b="1" dirty="0" err="1">
                <a:solidFill>
                  <a:srgbClr val="FF0000"/>
                </a:solidFill>
                <a:latin typeface="Times New Roman" panose="02020603050405020304" pitchFamily="18" charset="0"/>
                <a:cs typeface="Times New Roman" panose="02020603050405020304" pitchFamily="18" charset="0"/>
              </a:rPr>
              <a:t>milklarini</a:t>
            </a:r>
            <a:r>
              <a:rPr lang="en-US" sz="3500" b="1" dirty="0">
                <a:solidFill>
                  <a:srgbClr val="FF0000"/>
                </a:solidFill>
                <a:latin typeface="Times New Roman" panose="02020603050405020304" pitchFamily="18" charset="0"/>
                <a:cs typeface="Times New Roman" panose="02020603050405020304" pitchFamily="18" charset="0"/>
              </a:rPr>
              <a:t> </a:t>
            </a:r>
            <a:r>
              <a:rPr lang="en-US" sz="3500" b="1" dirty="0" err="1">
                <a:solidFill>
                  <a:srgbClr val="FF0000"/>
                </a:solidFill>
                <a:latin typeface="Times New Roman" panose="02020603050405020304" pitchFamily="18" charset="0"/>
                <a:cs typeface="Times New Roman" panose="02020603050405020304" pitchFamily="18" charset="0"/>
              </a:rPr>
              <a:t>kesmasdan</a:t>
            </a:r>
            <a:r>
              <a:rPr lang="en-US" sz="3500" b="1" dirty="0">
                <a:solidFill>
                  <a:srgbClr val="FF0000"/>
                </a:solidFill>
                <a:latin typeface="Times New Roman" panose="02020603050405020304" pitchFamily="18" charset="0"/>
                <a:cs typeface="Times New Roman" panose="02020603050405020304" pitchFamily="18" charset="0"/>
              </a:rPr>
              <a:t> </a:t>
            </a:r>
            <a:r>
              <a:rPr lang="en-US" sz="3500" b="1" dirty="0" err="1">
                <a:solidFill>
                  <a:srgbClr val="FF0000"/>
                </a:solidFill>
                <a:latin typeface="Times New Roman" panose="02020603050405020304" pitchFamily="18" charset="0"/>
                <a:cs typeface="Times New Roman" panose="02020603050405020304" pitchFamily="18" charset="0"/>
              </a:rPr>
              <a:t>bajariladigan</a:t>
            </a:r>
            <a:r>
              <a:rPr lang="en-US" sz="3500" b="1" dirty="0">
                <a:solidFill>
                  <a:srgbClr val="FF0000"/>
                </a:solidFill>
                <a:latin typeface="Times New Roman" panose="02020603050405020304" pitchFamily="18" charset="0"/>
                <a:cs typeface="Times New Roman" panose="02020603050405020304" pitchFamily="18" charset="0"/>
              </a:rPr>
              <a:t> </a:t>
            </a:r>
            <a:r>
              <a:rPr lang="en-US" sz="3500" b="1" dirty="0" err="1">
                <a:solidFill>
                  <a:srgbClr val="FF0000"/>
                </a:solidFill>
                <a:latin typeface="Times New Roman" panose="02020603050405020304" pitchFamily="18" charset="0"/>
                <a:cs typeface="Times New Roman" panose="02020603050405020304" pitchFamily="18" charset="0"/>
              </a:rPr>
              <a:t>manikyur</a:t>
            </a:r>
            <a:r>
              <a:rPr lang="ru-RU" sz="3500" dirty="0">
                <a:solidFill>
                  <a:srgbClr val="FF0000"/>
                </a:solidFill>
                <a:latin typeface="Times New Roman" panose="02020603050405020304" pitchFamily="18" charset="0"/>
                <a:cs typeface="Times New Roman" panose="02020603050405020304" pitchFamily="18" charset="0"/>
              </a:rPr>
              <a:t/>
            </a:r>
            <a:br>
              <a:rPr lang="ru-RU" sz="3500" dirty="0">
                <a:solidFill>
                  <a:srgbClr val="FF0000"/>
                </a:solidFill>
                <a:latin typeface="Times New Roman" panose="02020603050405020304" pitchFamily="18" charset="0"/>
                <a:cs typeface="Times New Roman" panose="02020603050405020304" pitchFamily="18" charset="0"/>
              </a:rPr>
            </a:br>
            <a:endParaRPr lang="ru-RU" sz="35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3212976"/>
            <a:ext cx="4032448"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834" y="548680"/>
            <a:ext cx="3851705"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548680"/>
            <a:ext cx="3072226"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5472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746650"/>
          </a:xfrm>
        </p:spPr>
        <p:txBody>
          <a:bodyPr>
            <a:noAutofit/>
          </a:bodyPr>
          <a:lstStyle/>
          <a:p>
            <a:pPr algn="l"/>
            <a:r>
              <a:rPr lang="en-US" sz="2500" dirty="0" err="1">
                <a:latin typeface="Times New Roman" panose="02020603050405020304" pitchFamily="18" charset="0"/>
                <a:cs typeface="Times New Roman" panose="02020603050405020304" pitchFamily="18" charset="0"/>
              </a:rPr>
              <a:t>Tirnoqni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sayqallovchi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arrachalar</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tirnoqning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mustahkamligidan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kelib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chiqqan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holda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changlatish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xususiyatidan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kelib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chiqib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tanlanadi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Arracha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bilan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ishlash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jarayonida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qo‘lni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bir</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tomonga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qarab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harakatlantirish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zarur:Ustki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qatlami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qo‘pol</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tarzda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ishlangan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arrachalar</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faqat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sun’iy</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tirnoqlarga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ishlov</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berish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uchun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mo‘ljallangan</a:t>
            </a:r>
            <a:r>
              <a:rPr lang="en-US" sz="2500" dirty="0">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
            </a:r>
            <a:br>
              <a:rPr lang="en-US" sz="2500" dirty="0" smtClean="0">
                <a:latin typeface="Times New Roman" panose="02020603050405020304" pitchFamily="18" charset="0"/>
                <a:cs typeface="Times New Roman" panose="02020603050405020304" pitchFamily="18" charset="0"/>
              </a:rPr>
            </a:br>
            <a:r>
              <a:rPr lang="en-US" sz="2500" dirty="0" smtClean="0">
                <a:latin typeface="Times New Roman" panose="02020603050405020304" pitchFamily="18" charset="0"/>
                <a:cs typeface="Times New Roman" panose="02020603050405020304" pitchFamily="18" charset="0"/>
              </a:rPr>
              <a:t>1.</a:t>
            </a:r>
            <a:r>
              <a:rPr lang="ru-RU" sz="2500" dirty="0" err="1" smtClean="0">
                <a:latin typeface="Times New Roman" panose="02020603050405020304" pitchFamily="18" charset="0"/>
                <a:cs typeface="Times New Roman" panose="02020603050405020304" pitchFamily="18" charset="0"/>
              </a:rPr>
              <a:t>Eski</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lakni</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ko‘chirib</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tashlash</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ketkazish</a:t>
            </a:r>
            <a:r>
              <a:rPr lang="ru-RU" sz="2500" dirty="0">
                <a:latin typeface="Times New Roman" panose="02020603050405020304" pitchFamily="18" charset="0"/>
                <a:cs typeface="Times New Roman" panose="02020603050405020304" pitchFamily="18" charset="0"/>
              </a:rPr>
              <a:t>) </a:t>
            </a:r>
            <a:br>
              <a:rPr lang="ru-RU" sz="2500" dirty="0">
                <a:latin typeface="Times New Roman" panose="02020603050405020304" pitchFamily="18" charset="0"/>
                <a:cs typeface="Times New Roman" panose="02020603050405020304" pitchFamily="18" charset="0"/>
              </a:rPr>
            </a:br>
            <a:r>
              <a:rPr lang="en-US" sz="2500" dirty="0" smtClean="0">
                <a:latin typeface="Times New Roman" panose="02020603050405020304" pitchFamily="18" charset="0"/>
                <a:cs typeface="Times New Roman" panose="02020603050405020304" pitchFamily="18" charset="0"/>
              </a:rPr>
              <a:t>2.Tirnoq </a:t>
            </a:r>
            <a:r>
              <a:rPr lang="en-US" sz="2500" dirty="0" err="1">
                <a:latin typeface="Times New Roman" panose="02020603050405020304" pitchFamily="18" charset="0"/>
                <a:cs typeface="Times New Roman" panose="02020603050405020304" pitchFamily="18" charset="0"/>
              </a:rPr>
              <a:t>chetlarini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tozalash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unga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shakl</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berish</a:t>
            </a:r>
            <a:r>
              <a:rPr lang="en-US" sz="2500" dirty="0">
                <a:latin typeface="Times New Roman" panose="02020603050405020304" pitchFamily="18" charset="0"/>
                <a:cs typeface="Times New Roman" panose="02020603050405020304" pitchFamily="18" charset="0"/>
              </a:rPr>
              <a:t>.</a:t>
            </a:r>
            <a:r>
              <a:rPr lang="en-US" sz="2500" b="1" dirty="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
            </a:r>
            <a:br>
              <a:rPr lang="ru-RU" sz="2500" dirty="0">
                <a:latin typeface="Times New Roman" panose="02020603050405020304" pitchFamily="18" charset="0"/>
                <a:cs typeface="Times New Roman" panose="02020603050405020304" pitchFamily="18" charset="0"/>
              </a:rPr>
            </a:br>
            <a:r>
              <a:rPr lang="en-US" sz="2500" dirty="0" smtClean="0">
                <a:latin typeface="Times New Roman" panose="02020603050405020304" pitchFamily="18" charset="0"/>
                <a:cs typeface="Times New Roman" panose="02020603050405020304" pitchFamily="18" charset="0"/>
              </a:rPr>
              <a:t>3.6</a:t>
            </a:r>
            <a:r>
              <a:rPr lang="en-US" sz="2500" dirty="0">
                <a:latin typeface="Times New Roman" panose="02020603050405020304" pitchFamily="18" charset="0"/>
                <a:cs typeface="Times New Roman" panose="02020603050405020304" pitchFamily="18" charset="0"/>
              </a:rPr>
              <a:t>% li </a:t>
            </a:r>
            <a:r>
              <a:rPr lang="en-US" sz="2500" dirty="0" err="1">
                <a:latin typeface="Times New Roman" panose="02020603050405020304" pitchFamily="18" charset="0"/>
                <a:cs typeface="Times New Roman" panose="02020603050405020304" pitchFamily="18" charset="0"/>
              </a:rPr>
              <a:t>perekis</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vodorodi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aralashtirilgan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sovunli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iliq</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suv</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solingan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idishda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qo‘l</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terisini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yumshatish</a:t>
            </a:r>
            <a:r>
              <a:rPr lang="en-US" sz="2500" dirty="0">
                <a:latin typeface="Times New Roman" panose="02020603050405020304" pitchFamily="18" charset="0"/>
                <a:cs typeface="Times New Roman" panose="02020603050405020304" pitchFamily="18" charset="0"/>
              </a:rPr>
              <a:t>.</a:t>
            </a:r>
            <a:r>
              <a:rPr lang="en-US" sz="2500" b="1" dirty="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
            </a:r>
            <a:br>
              <a:rPr lang="ru-RU" sz="2500" dirty="0">
                <a:latin typeface="Times New Roman" panose="02020603050405020304" pitchFamily="18" charset="0"/>
                <a:cs typeface="Times New Roman" panose="02020603050405020304" pitchFamily="18" charset="0"/>
              </a:rPr>
            </a:br>
            <a:r>
              <a:rPr lang="en-US" sz="2500" dirty="0" smtClean="0">
                <a:latin typeface="Times New Roman" panose="02020603050405020304" pitchFamily="18" charset="0"/>
                <a:cs typeface="Times New Roman" panose="02020603050405020304" pitchFamily="18" charset="0"/>
              </a:rPr>
              <a:t>4.Qo‘l </a:t>
            </a:r>
            <a:r>
              <a:rPr lang="en-US" sz="2500" dirty="0" err="1">
                <a:latin typeface="Times New Roman" panose="02020603050405020304" pitchFamily="18" charset="0"/>
                <a:cs typeface="Times New Roman" panose="02020603050405020304" pitchFamily="18" charset="0"/>
              </a:rPr>
              <a:t>terisiga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vazelin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surtib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singdirish</a:t>
            </a:r>
            <a:r>
              <a:rPr lang="en-US" sz="2500" dirty="0">
                <a:latin typeface="Times New Roman" panose="02020603050405020304" pitchFamily="18" charset="0"/>
                <a:cs typeface="Times New Roman" panose="02020603050405020304" pitchFamily="18" charset="0"/>
              </a:rPr>
              <a:t>.</a:t>
            </a:r>
            <a:r>
              <a:rPr lang="en-US" sz="2500" b="1" dirty="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
            </a:r>
            <a:br>
              <a:rPr lang="ru-RU" sz="2500" dirty="0">
                <a:latin typeface="Times New Roman" panose="02020603050405020304" pitchFamily="18" charset="0"/>
                <a:cs typeface="Times New Roman" panose="02020603050405020304" pitchFamily="18" charset="0"/>
              </a:rPr>
            </a:br>
            <a:r>
              <a:rPr lang="en-US" sz="2500" dirty="0" smtClean="0">
                <a:latin typeface="Times New Roman" panose="02020603050405020304" pitchFamily="18" charset="0"/>
                <a:cs typeface="Times New Roman" panose="02020603050405020304" pitchFamily="18" charset="0"/>
              </a:rPr>
              <a:t>5.Tirnoqlarning </a:t>
            </a:r>
            <a:r>
              <a:rPr lang="en-US" sz="2500" dirty="0" err="1">
                <a:latin typeface="Times New Roman" panose="02020603050405020304" pitchFamily="18" charset="0"/>
                <a:cs typeface="Times New Roman" panose="02020603050405020304" pitchFamily="18" charset="0"/>
              </a:rPr>
              <a:t>qirralarini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egovlash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tekislash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tozalash</a:t>
            </a:r>
            <a:r>
              <a:rPr lang="en-US" sz="2500" dirty="0">
                <a:latin typeface="Times New Roman" panose="02020603050405020304" pitchFamily="18" charset="0"/>
                <a:cs typeface="Times New Roman" panose="02020603050405020304" pitchFamily="18" charset="0"/>
              </a:rPr>
              <a:t>.</a:t>
            </a:r>
            <a:r>
              <a:rPr lang="en-US" sz="2500" b="1" dirty="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
            </a:r>
            <a:br>
              <a:rPr lang="ru-RU" sz="2500" dirty="0">
                <a:latin typeface="Times New Roman" panose="02020603050405020304" pitchFamily="18" charset="0"/>
                <a:cs typeface="Times New Roman" panose="02020603050405020304" pitchFamily="18" charset="0"/>
              </a:rPr>
            </a:br>
            <a:r>
              <a:rPr lang="en-US" sz="2500" dirty="0" smtClean="0">
                <a:latin typeface="Times New Roman" panose="02020603050405020304" pitchFamily="18" charset="0"/>
                <a:cs typeface="Times New Roman" panose="02020603050405020304" pitchFamily="18" charset="0"/>
              </a:rPr>
              <a:t>6.</a:t>
            </a:r>
            <a:r>
              <a:rPr lang="ru-RU" sz="2500" dirty="0" err="1" smtClean="0">
                <a:latin typeface="Times New Roman" panose="02020603050405020304" pitchFamily="18" charset="0"/>
                <a:cs typeface="Times New Roman" panose="02020603050405020304" pitchFamily="18" charset="0"/>
              </a:rPr>
              <a:t>Barmoqlarni</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uqalash</a:t>
            </a:r>
            <a:r>
              <a:rPr lang="ru-RU" sz="2500" dirty="0">
                <a:latin typeface="Times New Roman" panose="02020603050405020304" pitchFamily="18" charset="0"/>
                <a:cs typeface="Times New Roman" panose="02020603050405020304" pitchFamily="18" charset="0"/>
              </a:rPr>
              <a:t>.</a:t>
            </a:r>
            <a:r>
              <a:rPr lang="ru-RU" sz="2500" b="1" dirty="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
            </a:r>
            <a:br>
              <a:rPr lang="ru-RU" sz="2500" dirty="0">
                <a:latin typeface="Times New Roman" panose="02020603050405020304" pitchFamily="18" charset="0"/>
                <a:cs typeface="Times New Roman" panose="02020603050405020304" pitchFamily="18" charset="0"/>
              </a:rPr>
            </a:br>
            <a:r>
              <a:rPr lang="en-US" sz="2500" dirty="0" smtClean="0">
                <a:latin typeface="Times New Roman" panose="02020603050405020304" pitchFamily="18" charset="0"/>
                <a:cs typeface="Times New Roman" panose="02020603050405020304" pitchFamily="18" charset="0"/>
              </a:rPr>
              <a:t>7.</a:t>
            </a:r>
            <a:r>
              <a:rPr lang="ru-RU" sz="2500" dirty="0" err="1" smtClean="0">
                <a:latin typeface="Times New Roman" panose="02020603050405020304" pitchFamily="18" charset="0"/>
                <a:cs typeface="Times New Roman" panose="02020603050405020304" pitchFamily="18" charset="0"/>
              </a:rPr>
              <a:t>Tirnoqqa</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sayqal</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berish</a:t>
            </a:r>
            <a:r>
              <a:rPr lang="ru-RU" sz="2500" b="1" dirty="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
            </a:r>
            <a:br>
              <a:rPr lang="ru-RU" sz="2500" dirty="0">
                <a:latin typeface="Times New Roman" panose="02020603050405020304" pitchFamily="18" charset="0"/>
                <a:cs typeface="Times New Roman" panose="02020603050405020304" pitchFamily="18" charset="0"/>
              </a:rPr>
            </a:br>
            <a:r>
              <a:rPr lang="en-US" sz="2500" dirty="0" smtClean="0">
                <a:latin typeface="Times New Roman" panose="02020603050405020304" pitchFamily="18" charset="0"/>
                <a:cs typeface="Times New Roman" panose="02020603050405020304" pitchFamily="18" charset="0"/>
              </a:rPr>
              <a:t>8.Lak </a:t>
            </a:r>
            <a:r>
              <a:rPr lang="en-US" sz="2500" dirty="0" err="1">
                <a:latin typeface="Times New Roman" panose="02020603050405020304" pitchFamily="18" charset="0"/>
                <a:cs typeface="Times New Roman" panose="02020603050405020304" pitchFamily="18" charset="0"/>
              </a:rPr>
              <a:t>surish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bezak</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berish</a:t>
            </a:r>
            <a:r>
              <a:rPr lang="en-US" sz="2500" dirty="0">
                <a:latin typeface="Times New Roman" panose="02020603050405020304" pitchFamily="18" charset="0"/>
                <a:cs typeface="Times New Roman" panose="02020603050405020304" pitchFamily="18" charset="0"/>
              </a:rPr>
              <a:t>.</a:t>
            </a:r>
            <a:r>
              <a:rPr lang="en-US" sz="2500" b="1" dirty="0">
                <a:latin typeface="Times New Roman" panose="02020603050405020304" pitchFamily="18" charset="0"/>
                <a:cs typeface="Times New Roman" panose="02020603050405020304" pitchFamily="18" charset="0"/>
              </a:rPr>
              <a:t> </a:t>
            </a:r>
            <a:endParaRPr lang="ru-RU"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809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476673"/>
            <a:ext cx="3384376"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287" y="3693518"/>
            <a:ext cx="3525697" cy="2357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2288" y="476672"/>
            <a:ext cx="3525696"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3702630"/>
            <a:ext cx="3330216" cy="2296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82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243408"/>
            <a:ext cx="8229600" cy="6106690"/>
          </a:xfrm>
        </p:spPr>
        <p:txBody>
          <a:bodyPr>
            <a:normAutofit fontScale="90000"/>
          </a:bodyPr>
          <a:lstStyle/>
          <a:p>
            <a:pPr algn="just"/>
            <a:r>
              <a:rPr lang="en-US" sz="2800" dirty="0" err="1">
                <a:latin typeface="Times New Roman" panose="02020603050405020304" pitchFamily="18" charset="0"/>
                <a:cs typeface="Times New Roman" panose="02020603050405020304" pitchFamily="18" charset="0"/>
              </a:rPr>
              <a:t>Tirnoqqa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shakl</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berish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maxsus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egov</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yordamida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amalga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oshiriladi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Egovni</a:t>
            </a:r>
            <a:r>
              <a:rPr lang="en-US" sz="2800" dirty="0">
                <a:latin typeface="Times New Roman" panose="02020603050405020304" pitchFamily="18" charset="0"/>
                <a:cs typeface="Times New Roman" panose="02020603050405020304" pitchFamily="18" charset="0"/>
              </a:rPr>
              <a:t> </a:t>
            </a:r>
            <a:r>
              <a:rPr lang="en-US" sz="2500" dirty="0" err="1" smtClean="0">
                <a:latin typeface="Times New Roman" panose="02020603050405020304" pitchFamily="18" charset="0"/>
                <a:cs typeface="Times New Roman" panose="02020603050405020304" pitchFamily="18" charset="0"/>
              </a:rPr>
              <a:t>ushlaganda</a:t>
            </a:r>
            <a:r>
              <a:rPr lang="en-US" sz="2500" dirty="0" smtClean="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bosh </a:t>
            </a:r>
            <a:r>
              <a:rPr lang="en-US" sz="2500" dirty="0" err="1">
                <a:latin typeface="Times New Roman" panose="02020603050405020304" pitchFamily="18" charset="0"/>
                <a:cs typeface="Times New Roman" panose="02020603050405020304" pitchFamily="18" charset="0"/>
              </a:rPr>
              <a:t>barmoq</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pastda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qolganlari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tepada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turishi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kerak</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Shunday</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qilib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tirnoqni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keragicha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kaltartirib,chetlarini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tekislash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lozim.Egovni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ishlatganda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uni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tirnoqning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chetidan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o‘rtasiga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qarab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ishqalash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maqsadga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muvofiqdir</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shunda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tirnoq</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uchlari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titilib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ketmaydi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Tirnoq</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burchaklarini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qattiq</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egovlamaslik</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kerak.Aks</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holda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teriga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shikast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yetishi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mumkin.Tirnoqni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judayam</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kalta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qilib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yuborish</a:t>
            </a:r>
            <a:r>
              <a:rPr lang="en-US" sz="2500" dirty="0">
                <a:latin typeface="Times New Roman" panose="02020603050405020304" pitchFamily="18" charset="0"/>
                <a:cs typeface="Times New Roman" panose="02020603050405020304" pitchFamily="18" charset="0"/>
              </a:rPr>
              <a:t> ham </a:t>
            </a:r>
            <a:r>
              <a:rPr lang="en-US" sz="2500" dirty="0" err="1">
                <a:latin typeface="Times New Roman" panose="02020603050405020304" pitchFamily="18" charset="0"/>
                <a:cs typeface="Times New Roman" panose="02020603050405020304" pitchFamily="18" charset="0"/>
              </a:rPr>
              <a:t>tavsiya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etilmaydi.Uning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uchini</a:t>
            </a:r>
            <a:r>
              <a:rPr lang="en-US" sz="2500" dirty="0">
                <a:latin typeface="Times New Roman" panose="02020603050405020304" pitchFamily="18" charset="0"/>
                <a:cs typeface="Times New Roman" panose="02020603050405020304" pitchFamily="18" charset="0"/>
              </a:rPr>
              <a:t> 2-3 mm </a:t>
            </a:r>
            <a:r>
              <a:rPr lang="en-US" sz="2500" dirty="0" err="1">
                <a:latin typeface="Times New Roman" panose="02020603050405020304" pitchFamily="18" charset="0"/>
                <a:cs typeface="Times New Roman" panose="02020603050405020304" pitchFamily="18" charset="0"/>
              </a:rPr>
              <a:t>qilib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qoldirgan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ma’qul.Tirnoqlarga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ishlov</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berishni</a:t>
            </a:r>
            <a:r>
              <a:rPr lang="en-US" sz="2500" dirty="0">
                <a:latin typeface="Times New Roman" panose="02020603050405020304" pitchFamily="18" charset="0"/>
                <a:cs typeface="Times New Roman" panose="02020603050405020304" pitchFamily="18" charset="0"/>
              </a:rPr>
              <a:t> chap </a:t>
            </a:r>
            <a:r>
              <a:rPr lang="en-US" sz="2500" dirty="0" err="1">
                <a:latin typeface="Times New Roman" panose="02020603050405020304" pitchFamily="18" charset="0"/>
                <a:cs typeface="Times New Roman" panose="02020603050405020304" pitchFamily="18" charset="0"/>
              </a:rPr>
              <a:t>qo‘ldan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boshlagan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maqsadga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muvofiq.Chunki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o‘ng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barmoqlar</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yumshashi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uchun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suvda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ko‘proq</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ushlab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turishni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talab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qiladi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Tirnoq</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olishda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qaychi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o‘rniga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keskichning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o‘zini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ishlatsa</a:t>
            </a:r>
            <a:r>
              <a:rPr lang="en-US" sz="2500" dirty="0">
                <a:latin typeface="Times New Roman" panose="02020603050405020304" pitchFamily="18" charset="0"/>
                <a:cs typeface="Times New Roman" panose="02020603050405020304" pitchFamily="18" charset="0"/>
              </a:rPr>
              <a:t> ham </a:t>
            </a:r>
            <a:r>
              <a:rPr lang="en-US" sz="2500" dirty="0" err="1">
                <a:latin typeface="Times New Roman" panose="02020603050405020304" pitchFamily="18" charset="0"/>
                <a:cs typeface="Times New Roman" panose="02020603050405020304" pitchFamily="18" charset="0"/>
              </a:rPr>
              <a:t>bo‘ladi.Tirnoqqa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shakl</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berish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uning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qanday</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uzunlikda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bo‘lishini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aniqlab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olishga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to‘g‘ri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keladi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Birinchidan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barmoqning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shakli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hisobiga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olinadi</a:t>
            </a:r>
            <a:r>
              <a:rPr lang="en-US" sz="2500" dirty="0">
                <a:latin typeface="Times New Roman" panose="02020603050405020304" pitchFamily="18" charset="0"/>
                <a:cs typeface="Times New Roman" panose="02020603050405020304" pitchFamily="18" charset="0"/>
              </a:rPr>
              <a:t>. </a:t>
            </a:r>
            <a:endParaRPr lang="ru-RU"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4583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548679"/>
            <a:ext cx="3116106"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991" y="3717031"/>
            <a:ext cx="3168351" cy="2364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3501008"/>
            <a:ext cx="3116106" cy="258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9992" y="548679"/>
            <a:ext cx="3168351"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159472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Официальная">
  <a:themeElements>
    <a:clrScheme name="Официальная">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Официальная">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Официальная">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13</TotalTime>
  <Words>184</Words>
  <Application>Microsoft Office PowerPoint</Application>
  <PresentationFormat>Экран (4:3)</PresentationFormat>
  <Paragraphs>8</Paragraphs>
  <Slides>6</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6</vt:i4>
      </vt:variant>
    </vt:vector>
  </HeadingPairs>
  <TitlesOfParts>
    <vt:vector size="7" baseType="lpstr">
      <vt:lpstr>Официальная</vt:lpstr>
      <vt:lpstr>Tirnoq milklarini kesmasdan bajariladigan manikyur </vt:lpstr>
      <vt:lpstr>Презентация PowerPoint</vt:lpstr>
      <vt:lpstr>Tirnoqni sayqallovchi arrachalar tirnoqning mustahkamligidan kelib chiqqan holda va changlatish xususiyatidan kelib chiqib tanlanadi. Arracha bilan ishlash jarayonida qo‘lni bir tomonga qarab harakatlantirish zarur:Ustki qatlami qo‘pol tarzda ishlangan arrachalar faqat sun’iy tirnoqlarga ishlov berish uchun mo‘ljallangan.   1.Eski lakni ko‘chirib tashlash (ketkazish)  2.Tirnoq chetlarini tozalash va unga shakl berish.  3.6% li perekis vodorodi aralashtirilgan sovunli iliq suv solingan idishda qo‘l terisini yumshatish.  4.Qo‘l terisiga vazelin surtib singdirish.  5.Tirnoqlarning qirralarini egovlash, tekislash va tozalash.  6.Barmoqlarni uqalash.  7.Tirnoqqa sayqal berish  8.Lak surish va bezak berish. </vt:lpstr>
      <vt:lpstr>Презентация PowerPoint</vt:lpstr>
      <vt:lpstr>Tirnoqqa shakl berish maxsus egov yordamida amalga oshiriladi. Egovni ushlaganda bosh barmoq pastda, qolganlari tepada turishi kerak. Shunday qilib tirnoqni keragicha kaltartirib,chetlarini tekislash lozim.Egovni ishlatganda uni tirnoqning chetidan o‘rtasiga qarab ishqalash maqsadga muvofiqdir, shunda tirnoq uchlari titilib ketmaydi. Tirnoq burchaklarini qattiq egovlamaslik kerak.Aks holda, teriga shikast yetishi mumkin.Tirnoqni judayam kalta qilib yuborish ham tavsiya etilmaydi.Uning uchini 2-3 mm qilib qoldirgan ma’qul.Tirnoqlarga ishlov berishni chap qo‘ldan boshlagan maqsadga muvofiq.Chunki o‘ng barmoqlar yumshashi uchun suvda ko‘proq ushlab turishni talab qiladi. Tirnoq olishda qaychi o‘rniga keskichning o‘zini ishlatsa ham bo‘ladi.Tirnoqqa shakl berish va uning qanday uzunlikda bo‘lishini aniqlab olishga to‘g‘ri keladi. Birinchidan, barmoqning shakli hisobiga olinadi. </vt:lpstr>
      <vt:lpstr>Презентация PowerPoint</vt:lpstr>
    </vt:vector>
  </TitlesOfParts>
  <Company>SSK 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6-Mavzu:Tirnoq milklarini kesmasdan bajariladigan manikyur</dc:title>
  <dc:creator>KOM-2</dc:creator>
  <cp:lastModifiedBy>Saboxat</cp:lastModifiedBy>
  <cp:revision>2</cp:revision>
  <dcterms:created xsi:type="dcterms:W3CDTF">2023-11-07T03:35:01Z</dcterms:created>
  <dcterms:modified xsi:type="dcterms:W3CDTF">2023-11-07T17:25:45Z</dcterms:modified>
</cp:coreProperties>
</file>