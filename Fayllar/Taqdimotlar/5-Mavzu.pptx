
<file path=[Content_Types].xml><?xml version="1.0" encoding="utf-8"?>
<Types xmlns="http://schemas.openxmlformats.org/package/2006/content-types">
  <Default Extension="png" ContentType="image/png"/>
  <Default Extension="tmp"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3" d="100"/>
          <a:sy n="53" d="100"/>
        </p:scale>
        <p:origin x="-996" y="22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1" name="Rectangle 10"/>
          <p:cNvSpPr/>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DDB4ECAA-B956-4BB9-B648-D790A65D1FCC}"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67A5A7F-B4DB-4A0D-A53C-7C52F6AA1F61}" type="slidenum">
              <a:rPr lang="ru-RU" smtClean="0"/>
              <a:t>‹#›</a:t>
            </a:fld>
            <a:endParaRPr lang="ru-RU"/>
          </a:p>
        </p:txBody>
      </p:sp>
      <p:sp>
        <p:nvSpPr>
          <p:cNvPr id="2" name="Title 1"/>
          <p:cNvSpPr>
            <a:spLocks noGrp="1"/>
          </p:cNvSpPr>
          <p:nvPr>
            <p:ph type="ctrTitle"/>
          </p:nvPr>
        </p:nvSpPr>
        <p:spPr>
          <a:xfrm>
            <a:off x="817581" y="3132290"/>
            <a:ext cx="7175351" cy="1793167"/>
          </a:xfrm>
          <a:effectLst/>
        </p:spPr>
        <p:txBody>
          <a:bodyPr>
            <a:noAutofit/>
          </a:bodyPr>
          <a:lstStyle>
            <a:lvl1pPr marL="640080" indent="-457200" algn="l">
              <a:defRPr sz="5400"/>
            </a:lvl1pPr>
          </a:lstStyle>
          <a:p>
            <a:r>
              <a:rPr lang="ru-RU" smtClean="0"/>
              <a:t>Образец заголовка</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DB4ECAA-B956-4BB9-B648-D790A65D1FCC}"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67A5A7F-B4DB-4A0D-A53C-7C52F6AA1F61}" type="slidenum">
              <a:rPr lang="ru-RU" smtClean="0"/>
              <a:t>‹#›</a:t>
            </a:fld>
            <a:endParaRPr lang="ru-RU"/>
          </a:p>
        </p:txBody>
      </p:sp>
      <p:sp>
        <p:nvSpPr>
          <p:cNvPr id="8" name="Title 7"/>
          <p:cNvSpPr>
            <a:spLocks noGrp="1"/>
          </p:cNvSpPr>
          <p:nvPr>
            <p:ph type="title"/>
          </p:nvPr>
        </p:nvSpPr>
        <p:spPr/>
        <p:txBody>
          <a:bodyPr/>
          <a:lstStyle/>
          <a:p>
            <a:r>
              <a:rPr lang="ru-RU" smtClean="0"/>
              <a:t>Образец заголовка</a:t>
            </a:r>
            <a:endParaRPr lang="en-US"/>
          </a:p>
        </p:txBody>
      </p:sp>
      <p:sp>
        <p:nvSpPr>
          <p:cNvPr id="10" name="Content Placeholder 9"/>
          <p:cNvSpPr>
            <a:spLocks noGrp="1"/>
          </p:cNvSpPr>
          <p:nvPr>
            <p:ph sz="quarter" idx="13"/>
          </p:nvPr>
        </p:nvSpPr>
        <p:spPr>
          <a:xfrm>
            <a:off x="1143000" y="731520"/>
            <a:ext cx="6400800" cy="3474720"/>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ru-RU" smtClean="0"/>
              <a:t>Образец заголовка</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DDB4ECAA-B956-4BB9-B648-D790A65D1FCC}"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67A5A7F-B4DB-4A0D-A53C-7C52F6AA1F61}" type="slidenum">
              <a:rPr lang="ru-RU" smtClean="0"/>
              <a:t>‹#›</a:t>
            </a:fld>
            <a:endParaRPr lang="ru-RU"/>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DDB4ECAA-B956-4BB9-B648-D790A65D1FCC}" type="datetimeFigureOut">
              <a:rPr lang="ru-RU" smtClean="0"/>
              <a:t>07.11.2023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667A5A7F-B4DB-4A0D-A53C-7C52F6AA1F61}" type="slidenum">
              <a:rPr lang="ru-RU" smtClean="0"/>
              <a:t>‹#›</a:t>
            </a:fld>
            <a:endParaRPr lang="ru-RU"/>
          </a:p>
        </p:txBody>
      </p:sp>
      <p:sp>
        <p:nvSpPr>
          <p:cNvPr id="8" name="Title 7"/>
          <p:cNvSpPr>
            <a:spLocks noGrp="1"/>
          </p:cNvSpPr>
          <p:nvPr>
            <p:ph type="title"/>
          </p:nvPr>
        </p:nvSpPr>
        <p:spPr/>
        <p:txBody>
          <a:bodyPr/>
          <a:lstStyle/>
          <a:p>
            <a:r>
              <a:rPr lang="ru-RU" smtClean="0"/>
              <a:t>Образец заголовка</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ru-RU" smtClean="0"/>
              <a:t>Образец текста</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DDB4ECAA-B956-4BB9-B648-D790A65D1FCC}" type="datetimeFigureOut">
              <a:rPr lang="ru-RU" smtClean="0"/>
              <a:t>07.11.2023</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667A5A7F-B4DB-4A0D-A53C-7C52F6AA1F61}" type="slidenum">
              <a:rPr lang="ru-RU" smtClean="0"/>
              <a:t>‹#›</a:t>
            </a:fld>
            <a:endParaRPr lang="ru-RU"/>
          </a:p>
        </p:txBody>
      </p:sp>
      <p:sp>
        <p:nvSpPr>
          <p:cNvPr id="10" name="Title 9"/>
          <p:cNvSpPr>
            <a:spLocks noGrp="1"/>
          </p:cNvSpPr>
          <p:nvPr>
            <p:ph type="title"/>
          </p:nvPr>
        </p:nvSpPr>
        <p:spPr/>
        <p:txBody>
          <a:bodyPr/>
          <a:lstStyle/>
          <a:p>
            <a:r>
              <a:rPr lang="ru-RU" smtClean="0"/>
              <a:t>Образец заголовка</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DDB4ECAA-B956-4BB9-B648-D790A65D1FCC}" type="datetimeFigureOut">
              <a:rPr lang="ru-RU" smtClean="0"/>
              <a:t>07.11.2023</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667A5A7F-B4DB-4A0D-A53C-7C52F6AA1F61}" type="slidenum">
              <a:rPr lang="ru-RU" smtClean="0"/>
              <a:t>‹#›</a:t>
            </a:fld>
            <a:endParaRPr lang="ru-RU"/>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B4ECAA-B956-4BB9-B648-D790A65D1FCC}" type="datetimeFigureOut">
              <a:rPr lang="ru-RU" smtClean="0"/>
              <a:t>07.11.2023</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667A5A7F-B4DB-4A0D-A53C-7C52F6AA1F61}" type="slidenum">
              <a:rPr lang="ru-RU" smtClean="0"/>
              <a:t>‹#›</a:t>
            </a:fld>
            <a:endParaRPr lang="ru-RU"/>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ru-RU" smtClean="0"/>
              <a:t>Образец заголовка</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DDB4ECAA-B956-4BB9-B648-D790A65D1FCC}" type="datetimeFigureOut">
              <a:rPr lang="ru-RU" smtClean="0"/>
              <a:t>07.11.2023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667A5A7F-B4DB-4A0D-A53C-7C52F6AA1F61}" type="slidenum">
              <a:rPr lang="ru-RU" smtClean="0"/>
              <a:t>‹#›</a:t>
            </a:fld>
            <a:endParaRPr lang="ru-RU"/>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DDB4ECAA-B956-4BB9-B648-D790A65D1FCC}" type="datetimeFigureOut">
              <a:rPr lang="ru-RU" smtClean="0"/>
              <a:t>07.11.2023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667A5A7F-B4DB-4A0D-A53C-7C52F6AA1F61}" type="slidenum">
              <a:rPr lang="ru-RU" smtClean="0"/>
              <a:t>‹#›</a:t>
            </a:fld>
            <a:endParaRPr lang="ru-RU"/>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ru-RU" smtClean="0"/>
              <a:t>Образец заголовка</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DDB4ECAA-B956-4BB9-B648-D790A65D1FCC}"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67A5A7F-B4DB-4A0D-A53C-7C52F6AA1F61}" type="slidenum">
              <a:rPr lang="ru-RU" smtClean="0"/>
              <a:t>‹#›</a:t>
            </a:fld>
            <a:endParaRPr lang="ru-RU"/>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ru-RU" smtClean="0"/>
              <a:t>Образец заголовка</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DDB4ECAA-B956-4BB9-B648-D790A65D1FCC}"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667A5A7F-B4DB-4A0D-A53C-7C52F6AA1F61}" type="slidenum">
              <a:rPr lang="ru-RU" smtClean="0"/>
              <a:t>‹#›</a:t>
            </a:fld>
            <a:endParaRPr lang="ru-RU"/>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793289" y="4372168"/>
            <a:ext cx="6512511" cy="1143000"/>
          </a:xfrm>
          <a:prstGeom prst="rect">
            <a:avLst/>
          </a:prstGeom>
          <a:effectLst/>
        </p:spPr>
        <p:txBody>
          <a:bodyPr vert="horz" lIns="91440" tIns="45720" rIns="91440" bIns="45720" rtlCol="0" anchor="t" anchorCtr="0">
            <a:noAutofit/>
          </a:bodyPr>
          <a:lstStyle/>
          <a:p>
            <a:r>
              <a:rPr lang="ru-RU" smtClean="0"/>
              <a:t>Образец заголовка</a:t>
            </a:r>
            <a:endParaRPr lang="en-US" dirty="0"/>
          </a:p>
        </p:txBody>
      </p:sp>
      <p:sp>
        <p:nvSpPr>
          <p:cNvPr id="3" name="Text Placeholder 2"/>
          <p:cNvSpPr>
            <a:spLocks noGrp="1"/>
          </p:cNvSpPr>
          <p:nvPr>
            <p:ph type="body" idx="1"/>
          </p:nvPr>
        </p:nvSpPr>
        <p:spPr>
          <a:xfrm>
            <a:off x="1143000" y="732260"/>
            <a:ext cx="6400800" cy="347472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DDB4ECAA-B956-4BB9-B648-D790A65D1FCC}" type="datetimeFigureOut">
              <a:rPr lang="ru-RU" smtClean="0"/>
              <a:t>07.11.2023</a:t>
            </a:fld>
            <a:endParaRPr lang="ru-RU"/>
          </a:p>
        </p:txBody>
      </p:sp>
      <p:sp>
        <p:nvSpPr>
          <p:cNvPr id="5" name="Footer Placeholder 4"/>
          <p:cNvSpPr>
            <a:spLocks noGrp="1"/>
          </p:cNvSpPr>
          <p:nvPr>
            <p:ph type="ftr" sz="quarter" idx="3"/>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ru-RU"/>
          </a:p>
        </p:txBody>
      </p:sp>
      <p:sp>
        <p:nvSpPr>
          <p:cNvPr id="6" name="Slide Number Placeholder 5"/>
          <p:cNvSpPr>
            <a:spLocks noGrp="1"/>
          </p:cNvSpPr>
          <p:nvPr>
            <p:ph type="sldNum" sz="quarter" idx="4"/>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667A5A7F-B4DB-4A0D-A53C-7C52F6AA1F61}" type="slidenum">
              <a:rPr lang="ru-RU" smtClean="0"/>
              <a:t>‹#›</a:t>
            </a:fld>
            <a:endParaRPr lang="ru-RU"/>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115616" y="2636912"/>
            <a:ext cx="6400800" cy="1752600"/>
          </a:xfrm>
        </p:spPr>
        <p:txBody>
          <a:bodyPr>
            <a:noAutofit/>
          </a:bodyPr>
          <a:lstStyle/>
          <a:p>
            <a:pPr algn="l"/>
            <a:r>
              <a:rPr lang="en-US" sz="2800" b="1" dirty="0" smtClean="0">
                <a:solidFill>
                  <a:srgbClr val="FF0000"/>
                </a:solidFill>
                <a:latin typeface="Times New Roman" panose="02020603050405020304" pitchFamily="18" charset="0"/>
                <a:cs typeface="Times New Roman" panose="02020603050405020304" pitchFamily="18" charset="0"/>
              </a:rPr>
              <a:t>                                  </a:t>
            </a:r>
            <a:r>
              <a:rPr lang="en-US" sz="2800" b="1" dirty="0" err="1" smtClean="0">
                <a:solidFill>
                  <a:srgbClr val="FF0000"/>
                </a:solidFill>
                <a:latin typeface="Times New Roman" panose="02020603050405020304" pitchFamily="18" charset="0"/>
                <a:cs typeface="Times New Roman" panose="02020603050405020304" pitchFamily="18" charset="0"/>
              </a:rPr>
              <a:t>Reja</a:t>
            </a:r>
            <a:r>
              <a:rPr lang="en-US" sz="2800" b="1" dirty="0" smtClean="0">
                <a:solidFill>
                  <a:srgbClr val="FF0000"/>
                </a:solidFill>
                <a:latin typeface="Times New Roman" panose="02020603050405020304" pitchFamily="18" charset="0"/>
                <a:cs typeface="Times New Roman" panose="02020603050405020304" pitchFamily="18" charset="0"/>
              </a:rPr>
              <a:t>:</a:t>
            </a:r>
          </a:p>
          <a:p>
            <a:pPr algn="l"/>
            <a:r>
              <a:rPr lang="en-US" sz="2800" dirty="0" smtClean="0">
                <a:solidFill>
                  <a:srgbClr val="FF0000"/>
                </a:solidFill>
                <a:latin typeface="Times New Roman" panose="02020603050405020304" pitchFamily="18" charset="0"/>
                <a:cs typeface="Times New Roman" panose="02020603050405020304" pitchFamily="18" charset="0"/>
              </a:rPr>
              <a:t>1.Fransuzcha </a:t>
            </a:r>
            <a:r>
              <a:rPr lang="en-US" sz="2800" dirty="0" err="1">
                <a:solidFill>
                  <a:srgbClr val="FF0000"/>
                </a:solidFill>
                <a:latin typeface="Times New Roman" panose="02020603050405020304" pitchFamily="18" charset="0"/>
                <a:cs typeface="Times New Roman" panose="02020603050405020304" pitchFamily="18" charset="0"/>
              </a:rPr>
              <a:t>manikyur</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qilish</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uchun</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asboblar</a:t>
            </a:r>
            <a:r>
              <a:rPr lang="en-US" sz="2800" b="1" dirty="0">
                <a:solidFill>
                  <a:srgbClr val="FF0000"/>
                </a:solidFill>
                <a:latin typeface="Times New Roman" panose="02020603050405020304" pitchFamily="18" charset="0"/>
                <a:cs typeface="Times New Roman" panose="02020603050405020304" pitchFamily="18" charset="0"/>
              </a:rPr>
              <a:t> </a:t>
            </a:r>
            <a:endParaRPr lang="ru-RU" sz="2800" dirty="0">
              <a:solidFill>
                <a:srgbClr val="FF0000"/>
              </a:solidFill>
              <a:latin typeface="Times New Roman" panose="02020603050405020304" pitchFamily="18" charset="0"/>
              <a:cs typeface="Times New Roman" panose="02020603050405020304" pitchFamily="18" charset="0"/>
            </a:endParaRPr>
          </a:p>
          <a:p>
            <a:pPr algn="l"/>
            <a:r>
              <a:rPr lang="en-US" sz="2800" dirty="0" smtClean="0">
                <a:solidFill>
                  <a:srgbClr val="FF0000"/>
                </a:solidFill>
                <a:latin typeface="Times New Roman" panose="02020603050405020304" pitchFamily="18" charset="0"/>
                <a:cs typeface="Times New Roman" panose="02020603050405020304" pitchFamily="18" charset="0"/>
              </a:rPr>
              <a:t>2.Fransuzcha </a:t>
            </a:r>
            <a:r>
              <a:rPr lang="en-US" sz="2800" dirty="0" err="1">
                <a:solidFill>
                  <a:srgbClr val="FF0000"/>
                </a:solidFill>
                <a:latin typeface="Times New Roman" panose="02020603050405020304" pitchFamily="18" charset="0"/>
                <a:cs typeface="Times New Roman" panose="02020603050405020304" pitchFamily="18" charset="0"/>
              </a:rPr>
              <a:t>manikyurni</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bajarish</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qoidalari</a:t>
            </a:r>
            <a:r>
              <a:rPr lang="en-US" sz="2800" dirty="0">
                <a:solidFill>
                  <a:srgbClr val="FF0000"/>
                </a:solidFill>
                <a:latin typeface="Times New Roman" panose="02020603050405020304" pitchFamily="18" charset="0"/>
                <a:cs typeface="Times New Roman" panose="02020603050405020304" pitchFamily="18" charset="0"/>
              </a:rPr>
              <a:t> </a:t>
            </a:r>
            <a:endParaRPr lang="ru-RU" sz="2800" dirty="0">
              <a:solidFill>
                <a:srgbClr val="FF0000"/>
              </a:solidFill>
              <a:latin typeface="Times New Roman" panose="02020603050405020304" pitchFamily="18" charset="0"/>
              <a:cs typeface="Times New Roman" panose="02020603050405020304" pitchFamily="18" charset="0"/>
            </a:endParaRPr>
          </a:p>
          <a:p>
            <a:pPr algn="l"/>
            <a:r>
              <a:rPr lang="en-US" sz="2800" dirty="0" smtClean="0">
                <a:solidFill>
                  <a:srgbClr val="FF0000"/>
                </a:solidFill>
                <a:latin typeface="Times New Roman" panose="02020603050405020304" pitchFamily="18" charset="0"/>
                <a:cs typeface="Times New Roman" panose="02020603050405020304" pitchFamily="18" charset="0"/>
              </a:rPr>
              <a:t>3.Fransuzcha </a:t>
            </a:r>
            <a:r>
              <a:rPr lang="en-US" sz="2800" dirty="0" err="1">
                <a:solidFill>
                  <a:srgbClr val="FF0000"/>
                </a:solidFill>
                <a:latin typeface="Times New Roman" panose="02020603050405020304" pitchFamily="18" charset="0"/>
                <a:cs typeface="Times New Roman" panose="02020603050405020304" pitchFamily="18" charset="0"/>
              </a:rPr>
              <a:t>manikyur</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oddiy</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manikyurdan</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smtClean="0">
                <a:solidFill>
                  <a:srgbClr val="FF0000"/>
                </a:solidFill>
                <a:latin typeface="Times New Roman" panose="02020603050405020304" pitchFamily="18" charset="0"/>
                <a:cs typeface="Times New Roman" panose="02020603050405020304" pitchFamily="18" charset="0"/>
              </a:rPr>
              <a:t>           </a:t>
            </a:r>
            <a:r>
              <a:rPr lang="en-US" sz="2800" dirty="0" err="1" smtClean="0">
                <a:solidFill>
                  <a:srgbClr val="FF0000"/>
                </a:solidFill>
                <a:latin typeface="Times New Roman" panose="02020603050405020304" pitchFamily="18" charset="0"/>
                <a:cs typeface="Times New Roman" panose="02020603050405020304" pitchFamily="18" charset="0"/>
              </a:rPr>
              <a:t>nimasi</a:t>
            </a:r>
            <a:r>
              <a:rPr lang="en-US" sz="2800" dirty="0" smtClean="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bilan</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farqlanadi</a:t>
            </a:r>
            <a:r>
              <a:rPr lang="en-US" sz="2800" dirty="0">
                <a:solidFill>
                  <a:srgbClr val="FF0000"/>
                </a:solidFill>
                <a:latin typeface="Times New Roman" panose="02020603050405020304" pitchFamily="18" charset="0"/>
                <a:cs typeface="Times New Roman" panose="02020603050405020304" pitchFamily="18" charset="0"/>
              </a:rPr>
              <a:t> </a:t>
            </a:r>
            <a:endParaRPr lang="ru-RU" sz="2800" dirty="0">
              <a:solidFill>
                <a:srgbClr val="FF0000"/>
              </a:solidFill>
              <a:latin typeface="Times New Roman" panose="02020603050405020304" pitchFamily="18" charset="0"/>
              <a:cs typeface="Times New Roman" panose="02020603050405020304" pitchFamily="18" charset="0"/>
            </a:endParaRPr>
          </a:p>
          <a:p>
            <a:endParaRPr lang="ru-RU" sz="2800" dirty="0">
              <a:solidFill>
                <a:srgbClr val="FF0000"/>
              </a:solidFill>
            </a:endParaRPr>
          </a:p>
        </p:txBody>
      </p:sp>
      <p:sp>
        <p:nvSpPr>
          <p:cNvPr id="2" name="Заголовок 1"/>
          <p:cNvSpPr>
            <a:spLocks noGrp="1"/>
          </p:cNvSpPr>
          <p:nvPr>
            <p:ph type="ctrTitle"/>
          </p:nvPr>
        </p:nvSpPr>
        <p:spPr>
          <a:xfrm>
            <a:off x="611560" y="836712"/>
            <a:ext cx="7772400" cy="1470025"/>
          </a:xfrm>
        </p:spPr>
        <p:txBody>
          <a:bodyPr>
            <a:normAutofit/>
          </a:bodyPr>
          <a:lstStyle/>
          <a:p>
            <a:r>
              <a:rPr lang="en-US" sz="3500" b="1" dirty="0" err="1" smtClean="0">
                <a:solidFill>
                  <a:srgbClr val="FF0000"/>
                </a:solidFill>
                <a:latin typeface="Times New Roman" panose="02020603050405020304" pitchFamily="18" charset="0"/>
                <a:cs typeface="Times New Roman" panose="02020603050405020304" pitchFamily="18" charset="0"/>
              </a:rPr>
              <a:t>Fransuzcha</a:t>
            </a:r>
            <a:r>
              <a:rPr lang="en-US" sz="3500" b="1" dirty="0" smtClean="0">
                <a:solidFill>
                  <a:srgbClr val="FF0000"/>
                </a:solidFill>
                <a:latin typeface="Times New Roman" panose="02020603050405020304" pitchFamily="18" charset="0"/>
                <a:cs typeface="Times New Roman" panose="02020603050405020304" pitchFamily="18" charset="0"/>
              </a:rPr>
              <a:t> </a:t>
            </a:r>
            <a:r>
              <a:rPr lang="en-US" sz="3500" b="1" dirty="0" err="1" smtClean="0">
                <a:solidFill>
                  <a:srgbClr val="FF0000"/>
                </a:solidFill>
                <a:latin typeface="Times New Roman" panose="02020603050405020304" pitchFamily="18" charset="0"/>
                <a:cs typeface="Times New Roman" panose="02020603050405020304" pitchFamily="18" charset="0"/>
              </a:rPr>
              <a:t>manikiyur</a:t>
            </a:r>
            <a:r>
              <a:rPr lang="en-US" sz="3500" b="1" dirty="0" smtClean="0">
                <a:solidFill>
                  <a:srgbClr val="FF0000"/>
                </a:solidFill>
                <a:latin typeface="Times New Roman" panose="02020603050405020304" pitchFamily="18" charset="0"/>
                <a:cs typeface="Times New Roman" panose="02020603050405020304" pitchFamily="18" charset="0"/>
              </a:rPr>
              <a:t> </a:t>
            </a:r>
            <a:r>
              <a:rPr lang="en-US" sz="3500" b="1" dirty="0" err="1">
                <a:solidFill>
                  <a:srgbClr val="FF0000"/>
                </a:solidFill>
                <a:latin typeface="Times New Roman" panose="02020603050405020304" pitchFamily="18" charset="0"/>
                <a:cs typeface="Times New Roman" panose="02020603050405020304" pitchFamily="18" charset="0"/>
              </a:rPr>
              <a:t>qilish</a:t>
            </a:r>
            <a:r>
              <a:rPr lang="en-US" sz="3500" b="1" dirty="0">
                <a:solidFill>
                  <a:srgbClr val="FF0000"/>
                </a:solidFill>
                <a:latin typeface="Times New Roman" panose="02020603050405020304" pitchFamily="18" charset="0"/>
                <a:cs typeface="Times New Roman" panose="02020603050405020304" pitchFamily="18" charset="0"/>
              </a:rPr>
              <a:t> </a:t>
            </a:r>
            <a:r>
              <a:rPr lang="ru-RU" sz="3500" dirty="0">
                <a:solidFill>
                  <a:srgbClr val="FF0000"/>
                </a:solidFill>
                <a:latin typeface="Times New Roman" panose="02020603050405020304" pitchFamily="18" charset="0"/>
                <a:cs typeface="Times New Roman" panose="02020603050405020304" pitchFamily="18" charset="0"/>
              </a:rPr>
              <a:t/>
            </a:r>
            <a:br>
              <a:rPr lang="ru-RU" sz="3500" dirty="0">
                <a:solidFill>
                  <a:srgbClr val="FF0000"/>
                </a:solidFill>
                <a:latin typeface="Times New Roman" panose="02020603050405020304" pitchFamily="18" charset="0"/>
                <a:cs typeface="Times New Roman" panose="02020603050405020304" pitchFamily="18" charset="0"/>
              </a:rPr>
            </a:br>
            <a:endParaRPr lang="ru-RU" sz="35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3183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1608820"/>
            <a:ext cx="3706131" cy="3332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3" y="1608820"/>
            <a:ext cx="4104456" cy="3332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2671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6034682"/>
          </a:xfrm>
        </p:spPr>
        <p:txBody>
          <a:bodyPr>
            <a:noAutofit/>
          </a:bodyPr>
          <a:lstStyle/>
          <a:p>
            <a:pPr lvl="0" algn="just" fontAlgn="base"/>
            <a:r>
              <a:rPr lang="en-US" sz="3000" dirty="0">
                <a:latin typeface="Times New Roman" panose="02020603050405020304" pitchFamily="18" charset="0"/>
                <a:cs typeface="Times New Roman" panose="02020603050405020304" pitchFamily="18" charset="0"/>
              </a:rPr>
              <a:t>.</a:t>
            </a:r>
            <a:r>
              <a:rPr lang="en-US" sz="3000" b="1" i="1" dirty="0">
                <a:latin typeface="Times New Roman" panose="02020603050405020304" pitchFamily="18" charset="0"/>
                <a:cs typeface="Times New Roman" panose="02020603050405020304" pitchFamily="18" charset="0"/>
              </a:rPr>
              <a:t> </a:t>
            </a:r>
            <a:r>
              <a:rPr lang="en-US" sz="3000" b="1" i="1" dirty="0" err="1">
                <a:latin typeface="Times New Roman" panose="02020603050405020304" pitchFamily="18" charset="0"/>
                <a:cs typeface="Times New Roman" panose="02020603050405020304" pitchFamily="18" charset="0"/>
              </a:rPr>
              <a:t>Fransuzcha</a:t>
            </a:r>
            <a:r>
              <a:rPr lang="en-US" sz="3000" b="1" i="1" dirty="0">
                <a:latin typeface="Times New Roman" panose="02020603050405020304" pitchFamily="18" charset="0"/>
                <a:cs typeface="Times New Roman" panose="02020603050405020304" pitchFamily="18" charset="0"/>
              </a:rPr>
              <a:t> </a:t>
            </a:r>
            <a:r>
              <a:rPr lang="en-US" sz="3000" b="1" i="1" dirty="0" err="1">
                <a:latin typeface="Times New Roman" panose="02020603050405020304" pitchFamily="18" charset="0"/>
                <a:cs typeface="Times New Roman" panose="02020603050405020304" pitchFamily="18" charset="0"/>
              </a:rPr>
              <a:t>manikyur</a:t>
            </a:r>
            <a:r>
              <a:rPr lang="en-US" sz="3000" b="1" i="1" dirty="0">
                <a:latin typeface="Times New Roman" panose="02020603050405020304" pitchFamily="18" charset="0"/>
                <a:cs typeface="Times New Roman" panose="02020603050405020304" pitchFamily="18" charset="0"/>
              </a:rPr>
              <a:t> </a:t>
            </a:r>
            <a:r>
              <a:rPr lang="en-US" sz="3000" b="1" i="1" dirty="0" err="1">
                <a:latin typeface="Times New Roman" panose="02020603050405020304" pitchFamily="18" charset="0"/>
                <a:cs typeface="Times New Roman" panose="02020603050405020304" pitchFamily="18" charset="0"/>
              </a:rPr>
              <a:t>usuli.</a:t>
            </a:r>
            <a:r>
              <a:rPr lang="en-US" sz="3000" dirty="0" err="1">
                <a:latin typeface="Times New Roman" panose="02020603050405020304" pitchFamily="18" charset="0"/>
                <a:cs typeface="Times New Roman" panose="02020603050405020304" pitchFamily="18" charset="0"/>
              </a:rPr>
              <a:t>Fransuzcha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manikyur</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qilish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uchun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tirnoqni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to‘rtburchakroq</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shaklda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kesib</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chetlari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ozgina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egovlab</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olinadi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ularni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bo‘yashda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bir</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necha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rangdagi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laklar</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ustma-ust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suriladi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Uning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o‘ziga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xosligi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shundaki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tirnoqning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qirrasi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ostki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tarafi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oq</a:t>
            </a:r>
            <a:r>
              <a:rPr lang="en-US" sz="3000" dirty="0">
                <a:latin typeface="Times New Roman" panose="02020603050405020304" pitchFamily="18" charset="0"/>
                <a:cs typeface="Times New Roman" panose="02020603050405020304" pitchFamily="18" charset="0"/>
              </a:rPr>
              <a:t> rang </a:t>
            </a:r>
            <a:r>
              <a:rPr lang="en-US" sz="3000" dirty="0" err="1">
                <a:latin typeface="Times New Roman" panose="02020603050405020304" pitchFamily="18" charset="0"/>
                <a:cs typeface="Times New Roman" panose="02020603050405020304" pitchFamily="18" charset="0"/>
              </a:rPr>
              <a:t>bilan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yoki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maxsus</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oq</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qalam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bilan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bo‘yab</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qo‘yiladi</a:t>
            </a:r>
            <a:r>
              <a:rPr lang="en-US" sz="3000" dirty="0">
                <a:latin typeface="Times New Roman" panose="02020603050405020304" pitchFamily="18" charset="0"/>
                <a:cs typeface="Times New Roman" panose="02020603050405020304" pitchFamily="18" charset="0"/>
              </a:rPr>
              <a:t>. Agar </a:t>
            </a:r>
            <a:r>
              <a:rPr lang="en-US" sz="3000" dirty="0" err="1">
                <a:latin typeface="Times New Roman" panose="02020603050405020304" pitchFamily="18" charset="0"/>
                <a:cs typeface="Times New Roman" panose="02020603050405020304" pitchFamily="18" charset="0"/>
              </a:rPr>
              <a:t>bu</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usul</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yaxshilab</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bajarilsa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tirnoq</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betakror</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bo‘ladi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Uni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bajarish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usullari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Birinchi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usul:Buning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uchun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oq</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sariq</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lak</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kerak</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bo‘ladi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Avvalambor,tirnoqqa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kerakli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shakl</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beriladi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So‘ngra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tirnoqning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qirralariga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ehtiyotkorlik</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bilan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mo‘yqalamda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oq</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lak</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surtib</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chiqiladi</a:t>
            </a:r>
            <a:r>
              <a:rPr lang="en-US" sz="3000" dirty="0">
                <a:latin typeface="Times New Roman" panose="02020603050405020304" pitchFamily="18" charset="0"/>
                <a:cs typeface="Times New Roman" panose="02020603050405020304" pitchFamily="18" charset="0"/>
              </a:rPr>
              <a:t>.  </a:t>
            </a:r>
            <a:endParaRPr lang="ru-RU"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7867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577" y="548680"/>
            <a:ext cx="3917234" cy="244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Рисунок 2"/>
          <p:cNvPicPr/>
          <p:nvPr/>
        </p:nvPicPr>
        <p:blipFill>
          <a:blip r:embed="rId3">
            <a:extLst>
              <a:ext uri="{28A0092B-C50C-407E-A947-70E740481C1C}">
                <a14:useLocalDpi xmlns:a14="http://schemas.microsoft.com/office/drawing/2010/main" val="0"/>
              </a:ext>
            </a:extLst>
          </a:blip>
          <a:stretch>
            <a:fillRect/>
          </a:stretch>
        </p:blipFill>
        <p:spPr>
          <a:xfrm>
            <a:off x="4860032" y="548680"/>
            <a:ext cx="3384376" cy="2376264"/>
          </a:xfrm>
          <a:prstGeom prst="rect">
            <a:avLst/>
          </a:prstGeom>
        </p:spPr>
      </p:pic>
      <p:pic>
        <p:nvPicPr>
          <p:cNvPr id="4" name="Рисунок 3" descr="C:\Users\user\Desktop\Без названия.jfif"/>
          <p:cNvPicPr/>
          <p:nvPr/>
        </p:nvPicPr>
        <p:blipFill>
          <a:blip r:embed="rId4">
            <a:extLst>
              <a:ext uri="{28A0092B-C50C-407E-A947-70E740481C1C}">
                <a14:useLocalDpi xmlns:a14="http://schemas.microsoft.com/office/drawing/2010/main" val="0"/>
              </a:ext>
            </a:extLst>
          </a:blip>
          <a:srcRect/>
          <a:stretch>
            <a:fillRect/>
          </a:stretch>
        </p:blipFill>
        <p:spPr bwMode="auto">
          <a:xfrm>
            <a:off x="755577" y="3103408"/>
            <a:ext cx="3888431" cy="2629847"/>
          </a:xfrm>
          <a:prstGeom prst="rect">
            <a:avLst/>
          </a:prstGeom>
          <a:noFill/>
          <a:ln>
            <a:noFill/>
          </a:ln>
        </p:spPr>
      </p:pic>
      <p:pic>
        <p:nvPicPr>
          <p:cNvPr id="2051"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73015"/>
          <a:stretch/>
        </p:blipFill>
        <p:spPr bwMode="auto">
          <a:xfrm>
            <a:off x="4860032" y="3103408"/>
            <a:ext cx="3384376" cy="2629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3902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6322714"/>
          </a:xfrm>
        </p:spPr>
        <p:txBody>
          <a:bodyPr>
            <a:noAutofit/>
          </a:bodyPr>
          <a:lstStyle/>
          <a:p>
            <a:pPr algn="just"/>
            <a:r>
              <a:rPr lang="en-US" sz="3000" dirty="0" err="1">
                <a:latin typeface="Times New Roman" panose="02020603050405020304" pitchFamily="18" charset="0"/>
                <a:cs typeface="Times New Roman" panose="02020603050405020304" pitchFamily="18" charset="0"/>
              </a:rPr>
              <a:t>Oq</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lakni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tirnoqning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qirrasiga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surtayotganda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tirnoqning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yuza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qismiga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ketmasligi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uchun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eni</a:t>
            </a:r>
            <a:r>
              <a:rPr lang="en-US" sz="3000" dirty="0">
                <a:latin typeface="Times New Roman" panose="02020603050405020304" pitchFamily="18" charset="0"/>
                <a:cs typeface="Times New Roman" panose="02020603050405020304" pitchFamily="18" charset="0"/>
              </a:rPr>
              <a:t> 4 mm, </a:t>
            </a:r>
            <a:r>
              <a:rPr lang="en-US" sz="3000" dirty="0" err="1">
                <a:latin typeface="Times New Roman" panose="02020603050405020304" pitchFamily="18" charset="0"/>
                <a:cs typeface="Times New Roman" panose="02020603050405020304" pitchFamily="18" charset="0"/>
              </a:rPr>
              <a:t>uzunligi</a:t>
            </a:r>
            <a:r>
              <a:rPr lang="en-US" sz="3000" dirty="0">
                <a:latin typeface="Times New Roman" panose="02020603050405020304" pitchFamily="18" charset="0"/>
                <a:cs typeface="Times New Roman" panose="02020603050405020304" pitchFamily="18" charset="0"/>
              </a:rPr>
              <a:t> 2 </a:t>
            </a:r>
            <a:r>
              <a:rPr lang="en-US" sz="3000" dirty="0" err="1">
                <a:latin typeface="Times New Roman" panose="02020603050405020304" pitchFamily="18" charset="0"/>
                <a:cs typeface="Times New Roman" panose="02020603050405020304" pitchFamily="18" charset="0"/>
              </a:rPr>
              <a:t>sm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bo‘lgan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matoni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kesib</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olib</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ozroq</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ho‘llab</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tirnoqning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ustiga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yopishtirib</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qo‘yiladi.Mato</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tirnoqdan</a:t>
            </a:r>
            <a:r>
              <a:rPr lang="en-US" sz="3000" dirty="0">
                <a:latin typeface="Times New Roman" panose="02020603050405020304" pitchFamily="18" charset="0"/>
                <a:cs typeface="Times New Roman" panose="02020603050405020304" pitchFamily="18" charset="0"/>
              </a:rPr>
              <a:t> 5 mm </a:t>
            </a:r>
            <a:r>
              <a:rPr lang="en-US" sz="3000" dirty="0" err="1">
                <a:latin typeface="Times New Roman" panose="02020603050405020304" pitchFamily="18" charset="0"/>
                <a:cs typeface="Times New Roman" panose="02020603050405020304" pitchFamily="18" charset="0"/>
              </a:rPr>
              <a:t>uzun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oq</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bo‘lishi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kerak</a:t>
            </a:r>
            <a:r>
              <a:rPr lang="en-US" sz="3000" dirty="0">
                <a:latin typeface="Times New Roman" panose="02020603050405020304" pitchFamily="18" charset="0"/>
                <a:cs typeface="Times New Roman" panose="02020603050405020304" pitchFamily="18" charset="0"/>
              </a:rPr>
              <a:t>. Agar </a:t>
            </a:r>
            <a:r>
              <a:rPr lang="en-US" sz="3000" dirty="0" err="1">
                <a:latin typeface="Times New Roman" panose="02020603050405020304" pitchFamily="18" charset="0"/>
                <a:cs typeface="Times New Roman" panose="02020603050405020304" pitchFamily="18" charset="0"/>
              </a:rPr>
              <a:t>siz</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manikyurni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o‘zingiz</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amalga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oshirishni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istasangiz</a:t>
            </a:r>
            <a:r>
              <a:rPr lang="en-US" sz="3000" dirty="0">
                <a:latin typeface="Times New Roman" panose="02020603050405020304" pitchFamily="18" charset="0"/>
                <a:cs typeface="Times New Roman" panose="02020603050405020304" pitchFamily="18" charset="0"/>
              </a:rPr>
              <a:t>, u </a:t>
            </a:r>
            <a:r>
              <a:rPr lang="en-US" sz="3000" dirty="0" err="1">
                <a:latin typeface="Times New Roman" panose="02020603050405020304" pitchFamily="18" charset="0"/>
                <a:cs typeface="Times New Roman" panose="02020603050405020304" pitchFamily="18" charset="0"/>
              </a:rPr>
              <a:t>holda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maxsus</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manikyur</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to‘plami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kerak</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buladi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Uning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ichida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bir</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nechta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arrachalar</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katta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kichik</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qisqich-ombirlar</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uchi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ayrilgan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qaychi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o‘tmas</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kurakcha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apelsin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cho‘pi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mavjud</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bo‘ladi</a:t>
            </a:r>
            <a:r>
              <a:rPr lang="en-US" sz="3000" dirty="0">
                <a:latin typeface="Times New Roman" panose="02020603050405020304" pitchFamily="18" charset="0"/>
                <a:cs typeface="Times New Roman" panose="02020603050405020304" pitchFamily="18" charset="0"/>
              </a:rPr>
              <a:t>. Bu </a:t>
            </a:r>
            <a:r>
              <a:rPr lang="en-US" sz="3000" dirty="0" err="1">
                <a:latin typeface="Times New Roman" panose="02020603050405020304" pitchFamily="18" charset="0"/>
                <a:cs typeface="Times New Roman" panose="02020603050405020304" pitchFamily="18" charset="0"/>
              </a:rPr>
              <a:t>asboblarni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albatta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toza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holda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tutish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lozim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Ularni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qaynatish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spirt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yoki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odekolon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bilan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artib</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turish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zarur</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faqat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shu</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yo‘l</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bilangina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tirnoqlarga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ishlov</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berish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jarayonida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sodir</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bo‘ladigan</a:t>
            </a:r>
            <a:r>
              <a:rPr lang="en-US" sz="3000" dirty="0">
                <a:latin typeface="Times New Roman" panose="02020603050405020304" pitchFamily="18" charset="0"/>
                <a:cs typeface="Times New Roman" panose="02020603050405020304" pitchFamily="18" charset="0"/>
              </a:rPr>
              <a:t> </a:t>
            </a:r>
            <a:endParaRPr lang="ru-RU"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1855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6922" y="2966417"/>
            <a:ext cx="3463430" cy="2550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Group 173365"/>
          <p:cNvGrpSpPr/>
          <p:nvPr/>
        </p:nvGrpSpPr>
        <p:grpSpPr>
          <a:xfrm>
            <a:off x="871895" y="2969865"/>
            <a:ext cx="3052032" cy="2547367"/>
            <a:chOff x="0" y="0"/>
            <a:chExt cx="1851660" cy="1758315"/>
          </a:xfrm>
        </p:grpSpPr>
        <p:pic>
          <p:nvPicPr>
            <p:cNvPr id="4" name="Picture 8089"/>
            <p:cNvPicPr/>
            <p:nvPr/>
          </p:nvPicPr>
          <p:blipFill>
            <a:blip r:embed="rId3"/>
            <a:stretch>
              <a:fillRect/>
            </a:stretch>
          </p:blipFill>
          <p:spPr>
            <a:xfrm>
              <a:off x="0" y="635"/>
              <a:ext cx="1851660" cy="1757680"/>
            </a:xfrm>
            <a:prstGeom prst="rect">
              <a:avLst/>
            </a:prstGeom>
          </p:spPr>
        </p:pic>
        <p:sp>
          <p:nvSpPr>
            <p:cNvPr id="5" name="Rectangle 8190"/>
            <p:cNvSpPr/>
            <p:nvPr/>
          </p:nvSpPr>
          <p:spPr>
            <a:xfrm>
              <a:off x="994664" y="0"/>
              <a:ext cx="53443" cy="240862"/>
            </a:xfrm>
            <a:prstGeom prst="rect">
              <a:avLst/>
            </a:prstGeom>
            <a:ln>
              <a:noFill/>
            </a:ln>
          </p:spPr>
          <p:txBody>
            <a:bodyPr lIns="0" tIns="0" rIns="0" bIns="0" rtlCol="0">
              <a:noAutofit/>
            </a:bodyPr>
            <a:lstStyle/>
            <a:p>
              <a:pPr>
                <a:spcAft>
                  <a:spcPts val="0"/>
                </a:spcAft>
              </a:pPr>
              <a:r>
                <a:rPr lang="ru-RU" sz="1400">
                  <a:effectLst/>
                  <a:latin typeface="Times New Roman"/>
                  <a:ea typeface="Times New Roman"/>
                </a:rPr>
                <a:t> </a:t>
              </a:r>
              <a:endParaRPr lang="ru-RU" sz="1200">
                <a:effectLst/>
                <a:latin typeface="Times New Roman"/>
                <a:ea typeface="Times New Roman"/>
              </a:endParaRPr>
            </a:p>
          </p:txBody>
        </p:sp>
      </p:grpSp>
      <p:grpSp>
        <p:nvGrpSpPr>
          <p:cNvPr id="6" name="Group 173296"/>
          <p:cNvGrpSpPr/>
          <p:nvPr/>
        </p:nvGrpSpPr>
        <p:grpSpPr>
          <a:xfrm>
            <a:off x="4276922" y="286592"/>
            <a:ext cx="3463430" cy="2683273"/>
            <a:chOff x="0" y="0"/>
            <a:chExt cx="1996440" cy="1805940"/>
          </a:xfrm>
        </p:grpSpPr>
        <p:pic>
          <p:nvPicPr>
            <p:cNvPr id="7" name="Picture 7742"/>
            <p:cNvPicPr/>
            <p:nvPr/>
          </p:nvPicPr>
          <p:blipFill>
            <a:blip r:embed="rId4"/>
            <a:stretch>
              <a:fillRect/>
            </a:stretch>
          </p:blipFill>
          <p:spPr>
            <a:xfrm>
              <a:off x="0" y="0"/>
              <a:ext cx="1996440" cy="1805940"/>
            </a:xfrm>
            <a:prstGeom prst="rect">
              <a:avLst/>
            </a:prstGeom>
          </p:spPr>
        </p:pic>
        <p:sp>
          <p:nvSpPr>
            <p:cNvPr id="8" name="Rectangle 8033"/>
            <p:cNvSpPr/>
            <p:nvPr/>
          </p:nvSpPr>
          <p:spPr>
            <a:xfrm>
              <a:off x="1137031" y="8586"/>
              <a:ext cx="59119" cy="261778"/>
            </a:xfrm>
            <a:prstGeom prst="rect">
              <a:avLst/>
            </a:prstGeom>
            <a:ln>
              <a:noFill/>
            </a:ln>
          </p:spPr>
          <p:txBody>
            <a:bodyPr lIns="0" tIns="0" rIns="0" bIns="0" rtlCol="0">
              <a:noAutofit/>
            </a:bodyPr>
            <a:lstStyle/>
            <a:p>
              <a:pPr>
                <a:spcAft>
                  <a:spcPts val="0"/>
                </a:spcAft>
              </a:pPr>
              <a:r>
                <a:rPr lang="ru-RU" sz="1400" b="1">
                  <a:effectLst/>
                  <a:latin typeface="Times New Roman"/>
                  <a:ea typeface="Times New Roman"/>
                </a:rPr>
                <a:t> </a:t>
              </a:r>
              <a:endParaRPr lang="ru-RU" sz="1200">
                <a:effectLst/>
                <a:latin typeface="Times New Roman"/>
                <a:ea typeface="Times New Roman"/>
              </a:endParaRPr>
            </a:p>
          </p:txBody>
        </p:sp>
        <p:sp>
          <p:nvSpPr>
            <p:cNvPr id="9" name="Rectangle 8034"/>
            <p:cNvSpPr/>
            <p:nvPr/>
          </p:nvSpPr>
          <p:spPr>
            <a:xfrm>
              <a:off x="1137031" y="211786"/>
              <a:ext cx="59119" cy="261778"/>
            </a:xfrm>
            <a:prstGeom prst="rect">
              <a:avLst/>
            </a:prstGeom>
            <a:ln>
              <a:noFill/>
            </a:ln>
          </p:spPr>
          <p:txBody>
            <a:bodyPr lIns="0" tIns="0" rIns="0" bIns="0" rtlCol="0">
              <a:noAutofit/>
            </a:bodyPr>
            <a:lstStyle/>
            <a:p>
              <a:pPr>
                <a:spcAft>
                  <a:spcPts val="0"/>
                </a:spcAft>
              </a:pPr>
              <a:r>
                <a:rPr lang="ru-RU" sz="1400" b="1">
                  <a:effectLst/>
                  <a:latin typeface="Times New Roman"/>
                  <a:ea typeface="Times New Roman"/>
                </a:rPr>
                <a:t> </a:t>
              </a:r>
              <a:endParaRPr lang="ru-RU" sz="1200">
                <a:effectLst/>
                <a:latin typeface="Times New Roman"/>
                <a:ea typeface="Times New Roman"/>
              </a:endParaRPr>
            </a:p>
          </p:txBody>
        </p:sp>
        <p:sp>
          <p:nvSpPr>
            <p:cNvPr id="10" name="Rectangle 8035"/>
            <p:cNvSpPr/>
            <p:nvPr/>
          </p:nvSpPr>
          <p:spPr>
            <a:xfrm>
              <a:off x="1137031" y="417526"/>
              <a:ext cx="59119" cy="261776"/>
            </a:xfrm>
            <a:prstGeom prst="rect">
              <a:avLst/>
            </a:prstGeom>
            <a:ln>
              <a:noFill/>
            </a:ln>
          </p:spPr>
          <p:txBody>
            <a:bodyPr lIns="0" tIns="0" rIns="0" bIns="0" rtlCol="0">
              <a:noAutofit/>
            </a:bodyPr>
            <a:lstStyle/>
            <a:p>
              <a:pPr>
                <a:spcAft>
                  <a:spcPts val="0"/>
                </a:spcAft>
              </a:pPr>
              <a:r>
                <a:rPr lang="ru-RU" sz="1400" b="1">
                  <a:effectLst/>
                  <a:latin typeface="Times New Roman"/>
                  <a:ea typeface="Times New Roman"/>
                </a:rPr>
                <a:t> </a:t>
              </a:r>
              <a:endParaRPr lang="ru-RU" sz="1200">
                <a:effectLst/>
                <a:latin typeface="Times New Roman"/>
                <a:ea typeface="Times New Roman"/>
              </a:endParaRPr>
            </a:p>
          </p:txBody>
        </p:sp>
        <p:sp>
          <p:nvSpPr>
            <p:cNvPr id="11" name="Rectangle 8036"/>
            <p:cNvSpPr/>
            <p:nvPr/>
          </p:nvSpPr>
          <p:spPr>
            <a:xfrm>
              <a:off x="1137031" y="620726"/>
              <a:ext cx="59119" cy="261776"/>
            </a:xfrm>
            <a:prstGeom prst="rect">
              <a:avLst/>
            </a:prstGeom>
            <a:ln>
              <a:noFill/>
            </a:ln>
          </p:spPr>
          <p:txBody>
            <a:bodyPr lIns="0" tIns="0" rIns="0" bIns="0" rtlCol="0">
              <a:noAutofit/>
            </a:bodyPr>
            <a:lstStyle/>
            <a:p>
              <a:pPr>
                <a:spcAft>
                  <a:spcPts val="0"/>
                </a:spcAft>
              </a:pPr>
              <a:r>
                <a:rPr lang="ru-RU" sz="1400" b="1">
                  <a:effectLst/>
                  <a:latin typeface="Times New Roman"/>
                  <a:ea typeface="Times New Roman"/>
                </a:rPr>
                <a:t> </a:t>
              </a:r>
              <a:endParaRPr lang="ru-RU" sz="1200">
                <a:effectLst/>
                <a:latin typeface="Times New Roman"/>
                <a:ea typeface="Times New Roman"/>
              </a:endParaRPr>
            </a:p>
          </p:txBody>
        </p:sp>
        <p:sp>
          <p:nvSpPr>
            <p:cNvPr id="12" name="Rectangle 8037"/>
            <p:cNvSpPr/>
            <p:nvPr/>
          </p:nvSpPr>
          <p:spPr>
            <a:xfrm>
              <a:off x="1137031" y="826466"/>
              <a:ext cx="59119" cy="261776"/>
            </a:xfrm>
            <a:prstGeom prst="rect">
              <a:avLst/>
            </a:prstGeom>
            <a:ln>
              <a:noFill/>
            </a:ln>
          </p:spPr>
          <p:txBody>
            <a:bodyPr lIns="0" tIns="0" rIns="0" bIns="0" rtlCol="0">
              <a:noAutofit/>
            </a:bodyPr>
            <a:lstStyle/>
            <a:p>
              <a:pPr>
                <a:spcAft>
                  <a:spcPts val="0"/>
                </a:spcAft>
              </a:pPr>
              <a:r>
                <a:rPr lang="ru-RU" sz="1400" b="1">
                  <a:effectLst/>
                  <a:latin typeface="Times New Roman"/>
                  <a:ea typeface="Times New Roman"/>
                </a:rPr>
                <a:t> </a:t>
              </a:r>
              <a:endParaRPr lang="ru-RU" sz="1200">
                <a:effectLst/>
                <a:latin typeface="Times New Roman"/>
                <a:ea typeface="Times New Roman"/>
              </a:endParaRPr>
            </a:p>
          </p:txBody>
        </p:sp>
        <p:sp>
          <p:nvSpPr>
            <p:cNvPr id="13" name="Rectangle 8038"/>
            <p:cNvSpPr/>
            <p:nvPr/>
          </p:nvSpPr>
          <p:spPr>
            <a:xfrm>
              <a:off x="1137031" y="1029983"/>
              <a:ext cx="59119" cy="261778"/>
            </a:xfrm>
            <a:prstGeom prst="rect">
              <a:avLst/>
            </a:prstGeom>
            <a:ln>
              <a:noFill/>
            </a:ln>
          </p:spPr>
          <p:txBody>
            <a:bodyPr lIns="0" tIns="0" rIns="0" bIns="0" rtlCol="0">
              <a:noAutofit/>
            </a:bodyPr>
            <a:lstStyle/>
            <a:p>
              <a:pPr>
                <a:spcAft>
                  <a:spcPts val="0"/>
                </a:spcAft>
              </a:pPr>
              <a:r>
                <a:rPr lang="ru-RU" sz="1400" b="1">
                  <a:effectLst/>
                  <a:latin typeface="Times New Roman"/>
                  <a:ea typeface="Times New Roman"/>
                </a:rPr>
                <a:t> </a:t>
              </a:r>
              <a:endParaRPr lang="ru-RU" sz="1200">
                <a:effectLst/>
                <a:latin typeface="Times New Roman"/>
                <a:ea typeface="Times New Roman"/>
              </a:endParaRPr>
            </a:p>
          </p:txBody>
        </p:sp>
        <p:sp>
          <p:nvSpPr>
            <p:cNvPr id="14" name="Rectangle 8039"/>
            <p:cNvSpPr/>
            <p:nvPr/>
          </p:nvSpPr>
          <p:spPr>
            <a:xfrm>
              <a:off x="1137031" y="1235723"/>
              <a:ext cx="59119" cy="261778"/>
            </a:xfrm>
            <a:prstGeom prst="rect">
              <a:avLst/>
            </a:prstGeom>
            <a:ln>
              <a:noFill/>
            </a:ln>
          </p:spPr>
          <p:txBody>
            <a:bodyPr lIns="0" tIns="0" rIns="0" bIns="0" rtlCol="0">
              <a:noAutofit/>
            </a:bodyPr>
            <a:lstStyle/>
            <a:p>
              <a:pPr>
                <a:spcAft>
                  <a:spcPts val="0"/>
                </a:spcAft>
              </a:pPr>
              <a:r>
                <a:rPr lang="ru-RU" sz="1400" b="1">
                  <a:effectLst/>
                  <a:latin typeface="Times New Roman"/>
                  <a:ea typeface="Times New Roman"/>
                </a:rPr>
                <a:t> </a:t>
              </a:r>
              <a:endParaRPr lang="ru-RU" sz="1200">
                <a:effectLst/>
                <a:latin typeface="Times New Roman"/>
                <a:ea typeface="Times New Roman"/>
              </a:endParaRPr>
            </a:p>
          </p:txBody>
        </p:sp>
        <p:sp>
          <p:nvSpPr>
            <p:cNvPr id="15" name="Rectangle 8040"/>
            <p:cNvSpPr/>
            <p:nvPr/>
          </p:nvSpPr>
          <p:spPr>
            <a:xfrm>
              <a:off x="1137031" y="1438923"/>
              <a:ext cx="59119" cy="261776"/>
            </a:xfrm>
            <a:prstGeom prst="rect">
              <a:avLst/>
            </a:prstGeom>
            <a:ln>
              <a:noFill/>
            </a:ln>
          </p:spPr>
          <p:txBody>
            <a:bodyPr lIns="0" tIns="0" rIns="0" bIns="0" rtlCol="0">
              <a:noAutofit/>
            </a:bodyPr>
            <a:lstStyle/>
            <a:p>
              <a:pPr>
                <a:spcAft>
                  <a:spcPts val="0"/>
                </a:spcAft>
              </a:pPr>
              <a:r>
                <a:rPr lang="ru-RU" sz="1400" b="1">
                  <a:effectLst/>
                  <a:latin typeface="Times New Roman"/>
                  <a:ea typeface="Times New Roman"/>
                </a:rPr>
                <a:t> </a:t>
              </a:r>
              <a:endParaRPr lang="ru-RU" sz="1200">
                <a:effectLst/>
                <a:latin typeface="Times New Roman"/>
                <a:ea typeface="Times New Roman"/>
              </a:endParaRPr>
            </a:p>
          </p:txBody>
        </p:sp>
      </p:grpSp>
      <p:pic>
        <p:nvPicPr>
          <p:cNvPr id="16" name="Picture 139000"/>
          <p:cNvPicPr/>
          <p:nvPr/>
        </p:nvPicPr>
        <p:blipFill>
          <a:blip r:embed="rId5"/>
          <a:stretch>
            <a:fillRect/>
          </a:stretch>
        </p:blipFill>
        <p:spPr>
          <a:xfrm>
            <a:off x="878386" y="286593"/>
            <a:ext cx="3045541" cy="2683272"/>
          </a:xfrm>
          <a:prstGeom prst="rect">
            <a:avLst/>
          </a:prstGeom>
        </p:spPr>
      </p:pic>
    </p:spTree>
    <p:extLst>
      <p:ext uri="{BB962C8B-B14F-4D97-AF65-F5344CB8AC3E}">
        <p14:creationId xmlns:p14="http://schemas.microsoft.com/office/powerpoint/2010/main" val="1780077328"/>
      </p:ext>
    </p:extLst>
  </p:cSld>
  <p:clrMapOvr>
    <a:masterClrMapping/>
  </p:clrMapOvr>
</p:sld>
</file>

<file path=ppt/theme/theme1.xml><?xml version="1.0" encoding="utf-8"?>
<a:theme xmlns:a="http://schemas.openxmlformats.org/drawingml/2006/main" name="Воздушный поток">
  <a:themeElements>
    <a:clrScheme name="Воздушный поток">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Воздушный поток">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Воздушный поток">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10</TotalTime>
  <Words>225</Words>
  <Application>Microsoft Office PowerPoint</Application>
  <PresentationFormat>Экран (4:3)</PresentationFormat>
  <Paragraphs>16</Paragraphs>
  <Slides>6</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6</vt:i4>
      </vt:variant>
    </vt:vector>
  </HeadingPairs>
  <TitlesOfParts>
    <vt:vector size="7" baseType="lpstr">
      <vt:lpstr>Воздушный поток</vt:lpstr>
      <vt:lpstr>Fransuzcha manikiyur qilish  </vt:lpstr>
      <vt:lpstr>Презентация PowerPoint</vt:lpstr>
      <vt:lpstr>. Fransuzcha manikyur usuli.Fransuzcha manikyur qilish uchun tirnoqni to‘rtburchakroq shaklda kesib chetlari ozgina egovlab olinadi va ularni bo‘yashda bir necha rangdagi laklar ustma-ust suriladi. Uning o‘ziga xosligi shundaki, tirnoqning qirrasi va ostki tarafi oq rang bilan yoki maxsus oq qalam bilan bo‘yab qo‘yiladi. Agar bu usul yaxshilab bajarilsa, tirnoq betakror bo‘ladi. Uni bajarish usullari. Birinchi usul:Buning uchun oq, sariq lak kerak bo‘ladi. Avvalambor,tirnoqqa kerakli shakl beriladi. So‘ngra tirnoqning qirralariga ehtiyotkorlik bilan mo‘yqalamda oq lak surtib chiqiladi.  </vt:lpstr>
      <vt:lpstr>Презентация PowerPoint</vt:lpstr>
      <vt:lpstr>Oq lakni tirnoqning qirrasiga surtayotganda, tirnoqning yuza qismiga ketmasligi uchun eni 4 mm, uzunligi 2 sm bo‘lgan matoni kesib olib, ozroq ho‘llab, tirnoqning ustiga yopishtirib qo‘yiladi.Mato tirnoqdan 5 mm uzun oq bo‘lishi kerak. Agar siz manikyurni o‘zingiz amalga oshirishni istasangiz, u holda maxsus manikyur to‘plami kerak buladi. Uning ichida bir nechta arrachalar, katta va kichik qisqich-ombirlar, uchi ayrilgan qaychi, o‘tmas kurakcha, apelsin cho‘pi mavjud bo‘ladi. Bu asboblarni, albatta, toza holda tutish lozim. Ularni qaynatish, spirt (yoki odekolon bilan artib turish zarur faqat shu yo‘l bilangina tirnoqlarga ishlov berish jarayonida sodir bo‘ladigan </vt:lpstr>
      <vt:lpstr>Презентация PowerPoint</vt:lpstr>
    </vt:vector>
  </TitlesOfParts>
  <Company>SSK 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5-Mavzu:Fransuzcha manikyur qilish</dc:title>
  <dc:creator>KOM-2</dc:creator>
  <cp:lastModifiedBy>Saboxat</cp:lastModifiedBy>
  <cp:revision>2</cp:revision>
  <dcterms:created xsi:type="dcterms:W3CDTF">2023-11-07T03:44:59Z</dcterms:created>
  <dcterms:modified xsi:type="dcterms:W3CDTF">2023-11-07T17:18:49Z</dcterms:modified>
</cp:coreProperties>
</file>