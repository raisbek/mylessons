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2" r:id="rId5"/>
    <p:sldId id="259" r:id="rId6"/>
    <p:sldId id="260" r:id="rId7"/>
    <p:sldId id="261" r:id="rId8"/>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3" d="100"/>
          <a:sy n="53" d="100"/>
        </p:scale>
        <p:origin x="-99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1999"/>
          </a:xfrm>
        </p:spPr>
        <p:txBody>
          <a:bodyPr anchor="ctr">
            <a:noAutofit/>
          </a:bodyPr>
          <a:lstStyle>
            <a:lvl1pPr>
              <a:lnSpc>
                <a:spcPct val="100000"/>
              </a:lnSpc>
              <a:defRPr sz="8800" spc="-80" baseline="0">
                <a:solidFill>
                  <a:schemeClr val="tx1"/>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457200" y="4800600"/>
            <a:ext cx="6858000" cy="914400"/>
          </a:xfrm>
        </p:spPr>
        <p:txBody>
          <a:bodyPr/>
          <a:lstStyle>
            <a:lvl1pPr marL="0" indent="0" algn="l">
              <a:buNone/>
              <a:defRPr b="0" cap="all" spc="120" baseline="0">
                <a:solidFill>
                  <a:schemeClr val="tx2"/>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CBDA61E8-D8A2-4B50-AC8C-9E9FF86EE267}"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12A36E91-CA8F-4943-891B-7A36173F51CF}"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CBDA61E8-D8A2-4B50-AC8C-9E9FF86EE267}"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7772400" cy="4321175"/>
          </a:xfrm>
        </p:spPr>
        <p:txBody>
          <a:bodyPr anchor="ctr">
            <a:noAutofit/>
          </a:bodyPr>
          <a:lstStyle>
            <a:lvl1pPr algn="l">
              <a:lnSpc>
                <a:spcPct val="100000"/>
              </a:lnSpc>
              <a:defRPr sz="8800" b="0" cap="all" spc="-80" baseline="0">
                <a:solidFill>
                  <a:schemeClr val="tx1"/>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457200" y="228601"/>
            <a:ext cx="7772400" cy="1066800"/>
          </a:xfrm>
        </p:spPr>
        <p:txBody>
          <a:bodyPr anchor="b"/>
          <a:lstStyle>
            <a:lvl1pPr marL="0" indent="0">
              <a:buNone/>
              <a:defRPr sz="2000" b="0" cap="all" spc="12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7" name="Date Placeholder 6"/>
          <p:cNvSpPr>
            <a:spLocks noGrp="1"/>
          </p:cNvSpPr>
          <p:nvPr>
            <p:ph type="dt" sz="half" idx="10"/>
          </p:nvPr>
        </p:nvSpPr>
        <p:spPr/>
        <p:txBody>
          <a:bodyPr/>
          <a:lstStyle/>
          <a:p>
            <a:fld id="{CBDA61E8-D8A2-4B50-AC8C-9E9FF86EE267}" type="datetimeFigureOut">
              <a:rPr lang="ru-RU" smtClean="0"/>
              <a:t>07.11.2023</a:t>
            </a:fld>
            <a:endParaRPr lang="ru-RU"/>
          </a:p>
        </p:txBody>
      </p:sp>
      <p:sp>
        <p:nvSpPr>
          <p:cNvPr id="8" name="Slide Number Placeholder 7"/>
          <p:cNvSpPr>
            <a:spLocks noGrp="1"/>
          </p:cNvSpPr>
          <p:nvPr>
            <p:ph type="sldNum" sz="quarter" idx="11"/>
          </p:nvPr>
        </p:nvSpPr>
        <p:spPr/>
        <p:txBody>
          <a:bodyPr/>
          <a:lstStyle/>
          <a:p>
            <a:fld id="{12A36E91-CA8F-4943-891B-7A36173F51CF}" type="slidenum">
              <a:rPr lang="ru-RU" smtClean="0"/>
              <a:t>‹#›</a:t>
            </a:fld>
            <a:endParaRPr lang="ru-RU"/>
          </a:p>
        </p:txBody>
      </p:sp>
      <p:sp>
        <p:nvSpPr>
          <p:cNvPr id="9" name="Footer Placeholder 8"/>
          <p:cNvSpPr>
            <a:spLocks noGrp="1"/>
          </p:cNvSpPr>
          <p:nvPr>
            <p:ph type="ftr" sz="quarter" idx="12"/>
          </p:nvPr>
        </p:nvSpPr>
        <p:spPr/>
        <p:txBody>
          <a:bodyPr/>
          <a:lstStyle/>
          <a:p>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163068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5090160" y="1574800"/>
            <a:ext cx="32918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CBDA61E8-D8A2-4B50-AC8C-9E9FF86EE267}"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1627632" y="1572768"/>
            <a:ext cx="3291840" cy="639762"/>
          </a:xfrm>
        </p:spPr>
        <p:txBody>
          <a:bodyPr anchor="b">
            <a:noAutofit/>
          </a:bodyPr>
          <a:lstStyle>
            <a:lvl1pPr marL="0" indent="0">
              <a:buNone/>
              <a:defRPr sz="1800" b="0" cap="all" spc="100" baseline="0">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627632"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5093208" y="1572768"/>
            <a:ext cx="3291840" cy="639762"/>
          </a:xfrm>
        </p:spPr>
        <p:txBody>
          <a:bodyPr anchor="b">
            <a:noAutofit/>
          </a:bodyPr>
          <a:lstStyle>
            <a:lvl1pPr marL="0" indent="0">
              <a:buNone/>
              <a:defRPr lang="en-US" sz="1800" b="0" kern="1200" cap="all" spc="100" baseline="0" dirty="0" smtClean="0">
                <a:solidFill>
                  <a:schemeClr val="tx1"/>
                </a:solidFill>
                <a:latin typeface="+mj-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ct val="20000"/>
              </a:spcBef>
              <a:buFont typeface="Arial" pitchFamily="34" charset="0"/>
              <a:buNone/>
            </a:pPr>
            <a:r>
              <a:rPr lang="ru-RU" smtClean="0"/>
              <a:t>Образец текста</a:t>
            </a:r>
          </a:p>
        </p:txBody>
      </p:sp>
      <p:sp>
        <p:nvSpPr>
          <p:cNvPr id="6" name="Content Placeholder 5"/>
          <p:cNvSpPr>
            <a:spLocks noGrp="1"/>
          </p:cNvSpPr>
          <p:nvPr>
            <p:ph sz="quarter" idx="4"/>
          </p:nvPr>
        </p:nvSpPr>
        <p:spPr>
          <a:xfrm>
            <a:off x="5093208" y="2259366"/>
            <a:ext cx="3291840" cy="384048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CBDA61E8-D8A2-4B50-AC8C-9E9FF86EE267}" type="datetimeFigureOut">
              <a:rPr lang="ru-RU" smtClean="0"/>
              <a:t>07.11.2023</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CBDA61E8-D8A2-4B50-AC8C-9E9FF86EE267}" type="datetimeFigureOut">
              <a:rPr lang="ru-RU" smtClean="0"/>
              <a:t>07.11.2023</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DA61E8-D8A2-4B50-AC8C-9E9FF86EE267}" type="datetimeFigureOut">
              <a:rPr lang="ru-RU" smtClean="0"/>
              <a:t>07.11.2023</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CBDA61E8-D8A2-4B50-AC8C-9E9FF86EE267}"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12A36E91-CA8F-4943-891B-7A36173F51CF}" type="slidenum">
              <a:rPr lang="ru-RU" smtClean="0"/>
              <a:t>‹#›</a:t>
            </a:fld>
            <a:endParaRPr lang="ru-RU"/>
          </a:p>
        </p:txBody>
      </p:sp>
      <p:sp>
        <p:nvSpPr>
          <p:cNvPr id="8" name="Title 7"/>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9" name="Rectangle 8"/>
          <p:cNvSpPr/>
          <p:nvPr/>
        </p:nvSpPr>
        <p:spPr>
          <a:xfrm>
            <a:off x="9001124" y="4846320"/>
            <a:ext cx="142876"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 y="0"/>
            <a:ext cx="9000877" cy="4846320"/>
          </a:xfrm>
          <a:solidFill>
            <a:schemeClr val="bg1">
              <a:lumMod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a:p>
        </p:txBody>
      </p:sp>
      <p:sp>
        <p:nvSpPr>
          <p:cNvPr id="4" name="Text Placeholder 3"/>
          <p:cNvSpPr>
            <a:spLocks noGrp="1"/>
          </p:cNvSpPr>
          <p:nvPr>
            <p:ph type="body" sz="half" idx="2"/>
          </p:nvPr>
        </p:nvSpPr>
        <p:spPr>
          <a:xfrm>
            <a:off x="457200" y="5715000"/>
            <a:ext cx="8153400" cy="457200"/>
          </a:xfrm>
        </p:spPr>
        <p:txBody>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CBDA61E8-D8A2-4B50-AC8C-9E9FF86EE267}" type="datetimeFigureOut">
              <a:rPr lang="ru-RU" smtClean="0"/>
              <a:t>07.11.2023</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12A36E91-CA8F-4943-891B-7A36173F51CF}" type="slidenum">
              <a:rPr lang="ru-RU" smtClean="0"/>
              <a:t>‹#›</a:t>
            </a:fld>
            <a:endParaRPr lang="ru-RU"/>
          </a:p>
        </p:txBody>
      </p:sp>
      <p:sp>
        <p:nvSpPr>
          <p:cNvPr id="8" name="Title 7"/>
          <p:cNvSpPr>
            <a:spLocks noGrp="1"/>
          </p:cNvSpPr>
          <p:nvPr>
            <p:ph type="title"/>
          </p:nvPr>
        </p:nvSpPr>
        <p:spPr>
          <a:xfrm>
            <a:off x="457200" y="4953000"/>
            <a:ext cx="8153400" cy="762000"/>
          </a:xfrm>
        </p:spPr>
        <p:txBody>
          <a:bodyPr anchor="t">
            <a:normAutofit/>
          </a:bodyPr>
          <a:lstStyle>
            <a:lvl1pPr>
              <a:defRPr sz="3200"/>
            </a:lvl1pPr>
          </a:lstStyle>
          <a:p>
            <a:r>
              <a:rPr lang="ru-RU" smtClean="0"/>
              <a:t>Образец заголовка</a:t>
            </a:r>
            <a:endParaRPr lang="en-US" dirty="0"/>
          </a:p>
        </p:txBody>
      </p:sp>
      <p:sp>
        <p:nvSpPr>
          <p:cNvPr id="10" name="Rectangle 9"/>
          <p:cNvSpPr/>
          <p:nvPr/>
        </p:nvSpPr>
        <p:spPr>
          <a:xfrm>
            <a:off x="9001124" y="0"/>
            <a:ext cx="142876"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CBDA61E8-D8A2-4B50-AC8C-9E9FF86EE267}"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ru-RU" smtClean="0"/>
              <a:t>Образец заголовка</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CBDA61E8-D8A2-4B50-AC8C-9E9FF86EE267}" type="datetimeFigureOut">
              <a:rPr lang="ru-RU" smtClean="0"/>
              <a:t>07.11.2023</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12A36E91-CA8F-4943-891B-7A36173F51CF}"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CBDA61E8-D8A2-4B50-AC8C-9E9FF86EE267}" type="datetimeFigureOut">
              <a:rPr lang="ru-RU" smtClean="0"/>
              <a:t>07.11.2023</a:t>
            </a:fld>
            <a:endParaRPr lang="ru-RU"/>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ru-RU"/>
          </a:p>
        </p:txBody>
      </p:sp>
      <p:sp>
        <p:nvSpPr>
          <p:cNvPr id="6" name="Slide Number Placeholder 5"/>
          <p:cNvSpPr>
            <a:spLocks noGrp="1"/>
          </p:cNvSpPr>
          <p:nvPr>
            <p:ph type="sldNum" sz="quarter" idx="4"/>
          </p:nvPr>
        </p:nvSpPr>
        <p:spPr>
          <a:xfrm rot="16200000">
            <a:off x="8227377" y="5885497"/>
            <a:ext cx="1315721" cy="365125"/>
          </a:xfrm>
          <a:prstGeom prst="rect">
            <a:avLst/>
          </a:prstGeom>
        </p:spPr>
        <p:txBody>
          <a:bodyPr vert="horz" lIns="91440" tIns="45720" rIns="91440" bIns="45720" rtlCol="0" anchor="ctr"/>
          <a:lstStyle>
            <a:lvl1pPr algn="l">
              <a:defRPr sz="2400" b="1">
                <a:solidFill>
                  <a:schemeClr val="tx2"/>
                </a:solidFill>
              </a:defRPr>
            </a:lvl1pPr>
          </a:lstStyle>
          <a:p>
            <a:fld id="{12A36E91-CA8F-4943-891B-7A36173F51CF}" type="slidenum">
              <a:rPr lang="ru-RU" smtClean="0"/>
              <a:t>‹#›</a:t>
            </a:fld>
            <a:endParaRPr lang="ru-RU"/>
          </a:p>
        </p:txBody>
      </p:sp>
      <p:sp>
        <p:nvSpPr>
          <p:cNvPr id="7" name="Rectangle 6"/>
          <p:cNvSpPr/>
          <p:nvPr/>
        </p:nvSpPr>
        <p:spPr>
          <a:xfrm>
            <a:off x="9001124" y="0"/>
            <a:ext cx="142876"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371600"/>
            <a:ext cx="142876" cy="54864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11560" y="1772816"/>
            <a:ext cx="7772400" cy="1470025"/>
          </a:xfrm>
        </p:spPr>
        <p:txBody>
          <a:bodyPr>
            <a:normAutofit fontScale="90000"/>
          </a:bodyPr>
          <a:lstStyle/>
          <a:p>
            <a:r>
              <a:rPr lang="es-US" b="1" dirty="0" smtClean="0">
                <a:solidFill>
                  <a:srgbClr val="FF0000"/>
                </a:solidFill>
                <a:latin typeface="Times New Roman" panose="02020603050405020304" pitchFamily="18" charset="0"/>
                <a:cs typeface="Times New Roman" panose="02020603050405020304" pitchFamily="18" charset="0"/>
              </a:rPr>
              <a:t>Pedik</a:t>
            </a:r>
            <a:r>
              <a:rPr lang="en-US" b="1" dirty="0" err="1">
                <a:solidFill>
                  <a:srgbClr val="FF0000"/>
                </a:solidFill>
                <a:latin typeface="Times New Roman" panose="02020603050405020304" pitchFamily="18" charset="0"/>
                <a:cs typeface="Times New Roman" panose="02020603050405020304" pitchFamily="18" charset="0"/>
              </a:rPr>
              <a:t>i</a:t>
            </a:r>
            <a:r>
              <a:rPr lang="es-US" b="1" dirty="0" smtClean="0">
                <a:solidFill>
                  <a:srgbClr val="FF0000"/>
                </a:solidFill>
                <a:latin typeface="Times New Roman" panose="02020603050405020304" pitchFamily="18" charset="0"/>
                <a:cs typeface="Times New Roman" panose="02020603050405020304" pitchFamily="18" charset="0"/>
              </a:rPr>
              <a:t>yur </a:t>
            </a:r>
            <a:r>
              <a:rPr lang="es-US" b="1" dirty="0">
                <a:solidFill>
                  <a:srgbClr val="FF0000"/>
                </a:solidFill>
                <a:latin typeface="Times New Roman" panose="02020603050405020304" pitchFamily="18" charset="0"/>
                <a:cs typeface="Times New Roman" panose="02020603050405020304" pitchFamily="18" charset="0"/>
              </a:rPr>
              <a:t>ishlarini bajarish</a:t>
            </a:r>
            <a:r>
              <a:rPr lang="ru-RU" dirty="0">
                <a:solidFill>
                  <a:srgbClr val="FF0000"/>
                </a:solidFill>
                <a:latin typeface="Times New Roman" panose="02020603050405020304" pitchFamily="18" charset="0"/>
                <a:cs typeface="Times New Roman" panose="02020603050405020304" pitchFamily="18" charset="0"/>
              </a:rPr>
              <a:t/>
            </a:r>
            <a:br>
              <a:rPr lang="ru-RU" dirty="0">
                <a:solidFill>
                  <a:srgbClr val="FF0000"/>
                </a:solidFill>
                <a:latin typeface="Times New Roman" panose="02020603050405020304" pitchFamily="18" charset="0"/>
                <a:cs typeface="Times New Roman" panose="02020603050405020304" pitchFamily="18" charset="0"/>
              </a:rPr>
            </a:br>
            <a:r>
              <a:rPr lang="ru-RU" dirty="0">
                <a:solidFill>
                  <a:srgbClr val="FF0000"/>
                </a:solidFill>
                <a:latin typeface="Times New Roman" panose="02020603050405020304" pitchFamily="18" charset="0"/>
                <a:cs typeface="Times New Roman" panose="02020603050405020304" pitchFamily="18" charset="0"/>
              </a:rPr>
              <a:t> </a:t>
            </a:r>
          </a:p>
        </p:txBody>
      </p:sp>
      <p:sp>
        <p:nvSpPr>
          <p:cNvPr id="3" name="Подзаголовок 2"/>
          <p:cNvSpPr>
            <a:spLocks noGrp="1"/>
          </p:cNvSpPr>
          <p:nvPr>
            <p:ph type="subTitle" idx="1"/>
          </p:nvPr>
        </p:nvSpPr>
        <p:spPr>
          <a:xfrm>
            <a:off x="971600" y="4077072"/>
            <a:ext cx="6400800" cy="1752600"/>
          </a:xfrm>
        </p:spPr>
        <p:txBody>
          <a:bodyPr/>
          <a:lstStyle/>
          <a:p>
            <a:r>
              <a:rPr lang="en-US" dirty="0" err="1">
                <a:solidFill>
                  <a:srgbClr val="FF0000"/>
                </a:solidFill>
                <a:latin typeface="Times New Roman" panose="02020603050405020304" pitchFamily="18" charset="0"/>
                <a:cs typeface="Times New Roman" panose="02020603050405020304" pitchFamily="18" charset="0"/>
              </a:rPr>
              <a:t>Reja</a:t>
            </a:r>
            <a:r>
              <a:rPr lang="en-US" dirty="0">
                <a:solidFill>
                  <a:srgbClr val="FF0000"/>
                </a:solidFill>
                <a:latin typeface="Times New Roman" panose="02020603050405020304" pitchFamily="18" charset="0"/>
                <a:cs typeface="Times New Roman" panose="02020603050405020304" pitchFamily="18" charset="0"/>
              </a:rPr>
              <a:t>: </a:t>
            </a:r>
            <a:endParaRPr lang="ru-RU"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1.Pedikyur </a:t>
            </a:r>
            <a:r>
              <a:rPr lang="en-US" dirty="0" err="1">
                <a:solidFill>
                  <a:srgbClr val="FF0000"/>
                </a:solidFill>
                <a:latin typeface="Times New Roman" panose="02020603050405020304" pitchFamily="18" charset="0"/>
                <a:cs typeface="Times New Roman" panose="02020603050405020304" pitchFamily="18" charset="0"/>
              </a:rPr>
              <a:t>qilishning</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umumiy</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tartibi</a:t>
            </a:r>
            <a:r>
              <a:rPr lang="en-US" dirty="0">
                <a:solidFill>
                  <a:srgbClr val="FF0000"/>
                </a:solidFill>
                <a:latin typeface="Times New Roman" panose="02020603050405020304" pitchFamily="18" charset="0"/>
                <a:cs typeface="Times New Roman" panose="02020603050405020304" pitchFamily="18" charset="0"/>
              </a:rPr>
              <a:t>.</a:t>
            </a:r>
            <a:endParaRPr lang="ru-RU" dirty="0">
              <a:solidFill>
                <a:srgbClr val="FF0000"/>
              </a:solidFill>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2.Pedikyur </a:t>
            </a:r>
            <a:r>
              <a:rPr lang="en-US" dirty="0" err="1">
                <a:solidFill>
                  <a:srgbClr val="FF0000"/>
                </a:solidFill>
                <a:latin typeface="Times New Roman" panose="02020603050405020304" pitchFamily="18" charset="0"/>
                <a:cs typeface="Times New Roman" panose="02020603050405020304" pitchFamily="18" charset="0"/>
              </a:rPr>
              <a:t>qilish</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bosqichlari</a:t>
            </a:r>
            <a:r>
              <a:rPr lang="en-US" dirty="0">
                <a:solidFill>
                  <a:srgbClr val="FF0000"/>
                </a:solidFill>
                <a:latin typeface="Times New Roman" panose="02020603050405020304" pitchFamily="18" charset="0"/>
                <a:cs typeface="Times New Roman" panose="02020603050405020304" pitchFamily="18" charset="0"/>
              </a:rPr>
              <a:t>.</a:t>
            </a:r>
            <a:endParaRPr lang="ru-RU" dirty="0">
              <a:solidFill>
                <a:srgbClr val="FF0000"/>
              </a:solidFill>
              <a:latin typeface="Times New Roman" panose="02020603050405020304" pitchFamily="18" charset="0"/>
              <a:cs typeface="Times New Roman" panose="02020603050405020304" pitchFamily="18" charset="0"/>
            </a:endParaRPr>
          </a:p>
          <a:p>
            <a:endParaRPr lang="ru-RU"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1110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descr="Без названия (9).jpg"/>
          <p:cNvPicPr/>
          <p:nvPr/>
        </p:nvPicPr>
        <p:blipFill>
          <a:blip r:embed="rId2"/>
          <a:stretch>
            <a:fillRect/>
          </a:stretch>
        </p:blipFill>
        <p:spPr>
          <a:xfrm>
            <a:off x="4644008" y="958956"/>
            <a:ext cx="3816424" cy="3766187"/>
          </a:xfrm>
          <a:prstGeom prst="rect">
            <a:avLst/>
          </a:prstGeom>
        </p:spPr>
      </p:pic>
      <p:pic>
        <p:nvPicPr>
          <p:cNvPr id="3" name="Рисунок 2" descr="images (23).jpg"/>
          <p:cNvPicPr/>
          <p:nvPr/>
        </p:nvPicPr>
        <p:blipFill>
          <a:blip r:embed="rId3"/>
          <a:stretch>
            <a:fillRect/>
          </a:stretch>
        </p:blipFill>
        <p:spPr>
          <a:xfrm>
            <a:off x="395536" y="958955"/>
            <a:ext cx="4176464" cy="3766187"/>
          </a:xfrm>
          <a:prstGeom prst="rect">
            <a:avLst/>
          </a:prstGeom>
        </p:spPr>
      </p:pic>
    </p:spTree>
    <p:extLst>
      <p:ext uri="{BB962C8B-B14F-4D97-AF65-F5344CB8AC3E}">
        <p14:creationId xmlns:p14="http://schemas.microsoft.com/office/powerpoint/2010/main" val="2412804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5674642"/>
          </a:xfrm>
        </p:spPr>
        <p:txBody>
          <a:bodyPr>
            <a:noAutofit/>
          </a:bodyPr>
          <a:lstStyle/>
          <a:p>
            <a:pPr algn="just"/>
            <a:r>
              <a:rPr lang="es-US" cap="none" dirty="0" smtClean="0">
                <a:latin typeface="Times New Roman" panose="02020603050405020304" pitchFamily="18" charset="0"/>
                <a:cs typeface="Times New Roman" panose="02020603050405020304" pitchFamily="18" charset="0"/>
              </a:rPr>
              <a:t> </a:t>
            </a:r>
            <a:r>
              <a:rPr lang="ru-RU" cap="none" dirty="0" smtClean="0">
                <a:latin typeface="Times New Roman" panose="02020603050405020304" pitchFamily="18" charset="0"/>
                <a:cs typeface="Times New Roman" panose="02020603050405020304" pitchFamily="18" charset="0"/>
              </a:rPr>
              <a:t/>
            </a:r>
            <a:br>
              <a:rPr lang="ru-RU" cap="none" dirty="0" smtClean="0">
                <a:latin typeface="Times New Roman" panose="02020603050405020304" pitchFamily="18" charset="0"/>
                <a:cs typeface="Times New Roman" panose="02020603050405020304" pitchFamily="18" charset="0"/>
              </a:rPr>
            </a:br>
            <a:r>
              <a:rPr lang="es-US" cap="none" dirty="0" smtClean="0">
                <a:latin typeface="Times New Roman" panose="02020603050405020304" pitchFamily="18" charset="0"/>
                <a:cs typeface="Times New Roman" panose="02020603050405020304" pitchFamily="18" charset="0"/>
              </a:rPr>
              <a:t>Odatda, odamlar qo‘llariga ko‘proq e’tibor berib, oyoqlariga kam e’tibor berishadi. Oyoqlarni parvarish qilish, uning ko‘- rinishini yaxshilash bilan birga mijozning salomatligiga ham ijobiy ta’sir ko‘rsatadi.Manikur singari pedikyur ham faqat sog‘lom tirnoqlarda bajariladi. Shuni e’tiborga olib, oyoq tirnoqlarida birorta kasallik alomatlari sezilsa, avval ularni davolash zarur.</a:t>
            </a:r>
            <a:endParaRPr lang="ru-RU" cap="non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6916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188640"/>
            <a:ext cx="8424936" cy="6192688"/>
          </a:xfrm>
        </p:spPr>
        <p:txBody>
          <a:bodyPr>
            <a:normAutofit fontScale="90000"/>
          </a:bodyPr>
          <a:lstStyle/>
          <a:p>
            <a:pPr algn="just"/>
            <a:r>
              <a:rPr lang="es-US" cap="none" dirty="0" smtClean="0">
                <a:latin typeface="Times New Roman" panose="02020603050405020304" pitchFamily="18" charset="0"/>
                <a:cs typeface="Times New Roman" panose="02020603050405020304" pitchFamily="18" charset="0"/>
              </a:rPr>
              <a:t>Pedikyur </a:t>
            </a:r>
            <a:r>
              <a:rPr lang="es-US" cap="none" dirty="0">
                <a:latin typeface="Times New Roman" panose="02020603050405020304" pitchFamily="18" charset="0"/>
                <a:cs typeface="Times New Roman" panose="02020603050405020304" pitchFamily="18" charset="0"/>
              </a:rPr>
              <a:t>deganda oyoqni parvarish qilish tushuniladi, ya’ni barmoqlarni va tovonlardagi qavariqlarni ketkazish, tozalash, tirnoqlarni kesib sayqal berish, tirnoq atrofida qotib qolgan ortiqcha teri qatlamlarini olib tashlash, teriga kirib qolgan tirnoqlarni qirqib olish, uqalash, iliq suvda tutib turish amallari va boshqalar.Pedikyurda ham manikur uchun ishlatiladigan asbob-usku- nalar ishlatiladi. Lekin oyoq tirnoqlariga ishlatiladigan qisqich baquvvatroq bo‘lishi kerak. Qavariqlarni ketkazish uchun maxsus qirgichlar ham ishlatiladi.</a:t>
            </a:r>
            <a:r>
              <a:rPr lang="ru-RU" cap="none" dirty="0">
                <a:latin typeface="Times New Roman" panose="02020603050405020304" pitchFamily="18" charset="0"/>
                <a:cs typeface="Times New Roman" panose="02020603050405020304" pitchFamily="18" charset="0"/>
              </a:rPr>
              <a:t/>
            </a:r>
            <a:br>
              <a:rPr lang="ru-RU" cap="none" dirty="0">
                <a:latin typeface="Times New Roman" panose="02020603050405020304" pitchFamily="18" charset="0"/>
                <a:cs typeface="Times New Roman" panose="02020603050405020304" pitchFamily="18" charset="0"/>
              </a:rPr>
            </a:br>
            <a:endParaRPr lang="ru-RU" dirty="0"/>
          </a:p>
        </p:txBody>
      </p:sp>
    </p:spTree>
    <p:extLst>
      <p:ext uri="{BB962C8B-B14F-4D97-AF65-F5344CB8AC3E}">
        <p14:creationId xmlns:p14="http://schemas.microsoft.com/office/powerpoint/2010/main" val="4113899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2477" y="980728"/>
            <a:ext cx="3949963"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4" descr="Akril ishlab chiqaruvchilar, etkazib beruvchilar, fabrika uchun Xitoy  maxsus tayyorlangan tirnoq matkaplari - Akril uchun ulgurji arzon tirnoq  matkaplari - ajoyib go'zalli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022" y="980728"/>
            <a:ext cx="4104456"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2634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6178698"/>
          </a:xfrm>
        </p:spPr>
        <p:txBody>
          <a:bodyPr>
            <a:normAutofit fontScale="90000"/>
          </a:bodyPr>
          <a:lstStyle/>
          <a:p>
            <a:pPr algn="just"/>
            <a:r>
              <a:rPr lang="es-US" sz="4000" smtClean="0">
                <a:solidFill>
                  <a:srgbClr val="FF0000"/>
                </a:solidFill>
                <a:latin typeface="Times New Roman" panose="02020603050405020304" pitchFamily="18" charset="0"/>
                <a:cs typeface="Times New Roman" panose="02020603050405020304" pitchFamily="18" charset="0"/>
              </a:rPr>
              <a:t>Pedikiyur </a:t>
            </a:r>
            <a:r>
              <a:rPr lang="es-US" sz="4000" dirty="0">
                <a:solidFill>
                  <a:srgbClr val="FF0000"/>
                </a:solidFill>
                <a:latin typeface="Times New Roman" panose="02020603050405020304" pitchFamily="18" charset="0"/>
                <a:cs typeface="Times New Roman" panose="02020603050405020304" pitchFamily="18" charset="0"/>
              </a:rPr>
              <a:t>bir nechta bosqichda bajariladi.</a:t>
            </a:r>
            <a:r>
              <a:rPr lang="ru-RU" sz="4000" dirty="0">
                <a:solidFill>
                  <a:srgbClr val="FF0000"/>
                </a:solidFill>
                <a:latin typeface="Times New Roman" panose="02020603050405020304" pitchFamily="18" charset="0"/>
                <a:cs typeface="Times New Roman" panose="02020603050405020304" pitchFamily="18" charset="0"/>
              </a:rPr>
              <a:t/>
            </a:r>
            <a:br>
              <a:rPr lang="ru-RU" sz="4000" dirty="0">
                <a:solidFill>
                  <a:srgbClr val="FF0000"/>
                </a:solidFill>
                <a:latin typeface="Times New Roman" panose="02020603050405020304" pitchFamily="18" charset="0"/>
                <a:cs typeface="Times New Roman" panose="02020603050405020304" pitchFamily="18" charset="0"/>
              </a:rPr>
            </a:br>
            <a:r>
              <a:rPr lang="es-US" sz="3300" dirty="0">
                <a:latin typeface="Times New Roman" panose="02020603050405020304" pitchFamily="18" charset="0"/>
                <a:cs typeface="Times New Roman" panose="02020603050405020304" pitchFamily="18" charset="0"/>
              </a:rPr>
              <a:t>1.Avvalambor, oyoq terisi va tirnoqlar yumshatib olinadi. Buning uchun maxsus vannachaga issiq suv solib, unga sovun kukuni, choy sodasi yoki nashatir spirti qo‘shiladi. So‘ngra unga oyoqlarni botirib turish lozim. 15 — 20 minutlardan keyin oyoqni yaxshilab sochiq bilan artib quritiladi. Ayniqsa, bar­moqlar orasini yaxshi artishni unutmaslik kerak.</a:t>
            </a:r>
            <a:r>
              <a:rPr lang="ru-RU" dirty="0"/>
              <a:t/>
            </a:r>
            <a:br>
              <a:rPr lang="ru-RU" dirty="0"/>
            </a:br>
            <a:endParaRPr lang="ru-RU" dirty="0"/>
          </a:p>
        </p:txBody>
      </p:sp>
    </p:spTree>
    <p:extLst>
      <p:ext uri="{BB962C8B-B14F-4D97-AF65-F5344CB8AC3E}">
        <p14:creationId xmlns:p14="http://schemas.microsoft.com/office/powerpoint/2010/main" val="1022694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АППАРАТНЫЙ ПЕДИКЮР Часть 1: Обработка стопы - YouTub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052736"/>
            <a:ext cx="7926024"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02572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Главная">
  <a:themeElements>
    <a:clrScheme name="Главная">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Главная">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Главная">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14</TotalTime>
  <Words>94</Words>
  <Application>Microsoft Office PowerPoint</Application>
  <PresentationFormat>Экран (4:3)</PresentationFormat>
  <Paragraphs>7</Paragraphs>
  <Slides>7</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7</vt:i4>
      </vt:variant>
    </vt:vector>
  </HeadingPairs>
  <TitlesOfParts>
    <vt:vector size="8" baseType="lpstr">
      <vt:lpstr>Главная</vt:lpstr>
      <vt:lpstr>Pedikiyur ishlarini bajarish  </vt:lpstr>
      <vt:lpstr>Презентация PowerPoint</vt:lpstr>
      <vt:lpstr>  Odatda, odamlar qo‘llariga ko‘proq e’tibor berib, oyoqlariga kam e’tibor berishadi. Oyoqlarni parvarish qilish, uning ko‘- rinishini yaxshilash bilan birga mijozning salomatligiga ham ijobiy ta’sir ko‘rsatadi.Manikur singari pedikyur ham faqat sog‘lom tirnoqlarda bajariladi. Shuni e’tiborga olib, oyoq tirnoqlarida birorta kasallik alomatlari sezilsa, avval ularni davolash zarur.</vt:lpstr>
      <vt:lpstr>Pedikyur deganda oyoqni parvarish qilish tushuniladi, ya’ni barmoqlarni va tovonlardagi qavariqlarni ketkazish, tozalash, tirnoqlarni kesib sayqal berish, tirnoq atrofida qotib qolgan ortiqcha teri qatlamlarini olib tashlash, teriga kirib qolgan tirnoqlarni qirqib olish, uqalash, iliq suvda tutib turish amallari va boshqalar.Pedikyurda ham manikur uchun ishlatiladigan asbob-usku- nalar ishlatiladi. Lekin oyoq tirnoqlariga ishlatiladigan qisqich baquvvatroq bo‘lishi kerak. Qavariqlarni ketkazish uchun maxsus qirgichlar ham ishlatiladi. </vt:lpstr>
      <vt:lpstr>Презентация PowerPoint</vt:lpstr>
      <vt:lpstr>Pedikiyur bir nechta bosqichda bajariladi. 1.Avvalambor, oyoq terisi va tirnoqlar yumshatib olinadi. Buning uchun maxsus vannachaga issiq suv solib, unga sovun kukuni, choy sodasi yoki nashatir spirti qo‘shiladi. So‘ngra unga oyoqlarni botirib turish lozim. 15 — 20 minutlardan keyin oyoqni yaxshilab sochiq bilan artib quritiladi. Ayniqsa, bar­moqlar orasini yaxshi artishni unutmaslik kerak. </vt:lpstr>
      <vt:lpstr>Презентация PowerPoint</vt:lpstr>
    </vt:vector>
  </TitlesOfParts>
  <Company>SSK 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9-Mavzu: Pedikyur ishlarini bajarish</dc:title>
  <dc:creator>KOM-2</dc:creator>
  <cp:lastModifiedBy>Saboxat</cp:lastModifiedBy>
  <cp:revision>2</cp:revision>
  <dcterms:created xsi:type="dcterms:W3CDTF">2023-11-07T03:18:48Z</dcterms:created>
  <dcterms:modified xsi:type="dcterms:W3CDTF">2023-11-07T17:45:40Z</dcterms:modified>
</cp:coreProperties>
</file>