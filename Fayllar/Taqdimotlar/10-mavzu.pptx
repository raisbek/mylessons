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3" d="100"/>
          <a:sy n="53" d="100"/>
        </p:scale>
        <p:origin x="-996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10400" y="2052960"/>
            <a:ext cx="1981200" cy="1828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2052960"/>
            <a:ext cx="6324600" cy="182880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010400" y="152399"/>
            <a:ext cx="19812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153923"/>
            <a:ext cx="67056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2799" y="2892277"/>
            <a:ext cx="16002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381000" y="2892277"/>
            <a:ext cx="6324600" cy="1645920"/>
          </a:xfrm>
        </p:spPr>
        <p:txBody>
          <a:bodyPr/>
          <a:lstStyle>
            <a:lvl1pPr algn="r">
              <a:defRPr sz="42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2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2438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399"/>
            <a:ext cx="4040188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399"/>
            <a:ext cx="4041775" cy="3687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0919"/>
            <a:ext cx="8831802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152400" y="152400"/>
            <a:ext cx="6705600" cy="6553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4800"/>
            <a:ext cx="58674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59752" y="2130552"/>
            <a:ext cx="1673352" cy="2816352"/>
          </a:xfrm>
        </p:spPr>
        <p:txBody>
          <a:bodyPr tIns="0"/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159752" y="457200"/>
            <a:ext cx="1675660" cy="1673352"/>
          </a:xfrm>
        </p:spPr>
        <p:txBody>
          <a:bodyPr anchor="b"/>
          <a:lstStyle>
            <a:lvl1pPr algn="l">
              <a:defRPr sz="2000" spc="15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/>
          <p:cNvSpPr/>
          <p:nvPr/>
        </p:nvSpPr>
        <p:spPr>
          <a:xfrm>
            <a:off x="7010400" y="150876"/>
            <a:ext cx="1981200" cy="6556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400" y="152400"/>
            <a:ext cx="6705600" cy="6553200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2800" y="2133600"/>
            <a:ext cx="1676400" cy="2971800"/>
          </a:xfrm>
        </p:spPr>
        <p:txBody>
          <a:bodyPr tIns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162800" y="460248"/>
            <a:ext cx="1676400" cy="1673352"/>
          </a:xfrm>
        </p:spPr>
        <p:txBody>
          <a:bodyPr anchor="b"/>
          <a:lstStyle>
            <a:lvl1pPr algn="l">
              <a:defRPr sz="2000" spc="15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52400" y="147319"/>
            <a:ext cx="6705600" cy="6556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010400" y="147319"/>
            <a:ext cx="1956046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2800" y="274638"/>
            <a:ext cx="1676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2400" y="1634971"/>
            <a:ext cx="8831802" cy="504547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399" y="152400"/>
            <a:ext cx="8814047" cy="13464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55847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719071"/>
            <a:ext cx="8407893" cy="4407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0888" y="6356350"/>
            <a:ext cx="2133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FD42807D-9525-4E23-A965-2126A1CCB523}" type="datetimeFigureOut">
              <a:rPr lang="ru-RU" smtClean="0"/>
              <a:t>07.11.2023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356350"/>
            <a:ext cx="33528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34680" y="6355080"/>
            <a:ext cx="582966" cy="274320"/>
          </a:xfrm>
          <a:prstGeom prst="rect">
            <a:avLst/>
          </a:prstGeom>
          <a:ln w="19050">
            <a:noFill/>
          </a:ln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</a:defRPr>
            </a:lvl1pPr>
          </a:lstStyle>
          <a:p>
            <a:fld id="{2D74D2BA-4C91-4376-83B5-C054C4961422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spc="200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sz="2000" kern="1200" spc="150" baseline="0">
          <a:solidFill>
            <a:schemeClr val="tx2"/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800" kern="1200" spc="100" baseline="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600" kern="1200" spc="100" baseline="0">
          <a:solidFill>
            <a:schemeClr val="tx2"/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buClr>
          <a:schemeClr val="accent4"/>
        </a:buClr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spcBef>
          <a:spcPct val="20000"/>
        </a:spcBef>
        <a:buClr>
          <a:schemeClr val="accent6"/>
        </a:buClr>
        <a:buFont typeface="Wingdings" pitchFamily="2" charset="2"/>
        <a:buChar char="§"/>
        <a:defRPr sz="1300" kern="1200" spc="100" baseline="0">
          <a:solidFill>
            <a:schemeClr val="tx2"/>
          </a:solidFill>
          <a:latin typeface="+mn-lt"/>
          <a:ea typeface="+mn-ea"/>
          <a:cs typeface="+mn-cs"/>
        </a:defRPr>
      </a:lvl5pPr>
      <a:lvl6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defTabSz="914400" rtl="0" eaLnBrk="1" latinLnBrk="0" hangingPunct="1">
        <a:spcBef>
          <a:spcPct val="20000"/>
        </a:spcBef>
        <a:buClr>
          <a:schemeClr val="accent2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5"/>
        </a:buClr>
        <a:buFont typeface="Wingdings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11560" y="3068960"/>
            <a:ext cx="8352928" cy="1752600"/>
          </a:xfrm>
        </p:spPr>
        <p:txBody>
          <a:bodyPr>
            <a:noAutofit/>
          </a:bodyPr>
          <a:lstStyle/>
          <a:p>
            <a:pPr algn="ctr"/>
            <a:r>
              <a:rPr lang="es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Reja:</a:t>
            </a:r>
            <a:endParaRPr lang="ru-R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US" sz="3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s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Oyoq tovoni, panjalari va oyoq-tovon bo‘g‘inlarini uqalash.</a:t>
            </a:r>
            <a:endParaRPr lang="ru-R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2.Oyoq terisini parvarishlash  usullari.</a:t>
            </a:r>
            <a:endParaRPr lang="ru-R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ru-RU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69269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s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Oyoqlarni </a:t>
            </a:r>
            <a:r>
              <a:rPr lang="es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massaj qilish va parvarishlash.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75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1" t="4440" r="3686" b="10511"/>
          <a:stretch/>
        </p:blipFill>
        <p:spPr bwMode="auto">
          <a:xfrm>
            <a:off x="1043608" y="332656"/>
            <a:ext cx="6912768" cy="578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4277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0666"/>
          </a:xfrm>
        </p:spPr>
        <p:txBody>
          <a:bodyPr>
            <a:normAutofit/>
          </a:bodyPr>
          <a:lstStyle/>
          <a:p>
            <a:pPr algn="just"/>
            <a:r>
              <a:rPr lang="es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Oyoq massaji  uchun ishlatiladigan </a:t>
            </a:r>
            <a:r>
              <a:rPr lang="es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asbob-uskunalar.</a:t>
            </a:r>
            <a:r>
              <a:rPr lang="es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Massaj </a:t>
            </a:r>
            <a:r>
              <a:rPr lang="es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Taroqlar.</a:t>
            </a:r>
            <a:r>
              <a:rPr lang="es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Kimyoviy ashyolardan foydalanmay amalga oshi- riladigan ishlarda metall (aluminiy)dan va plastmassadan tayyor-</a:t>
            </a:r>
            <a:br>
              <a:rPr lang="es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langan taroqlar gigiyena talablariga ko‘proq javob beradi.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11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052737"/>
            <a:ext cx="4104456" cy="3960439"/>
          </a:xfrm>
          <a:prstGeom prst="rect">
            <a:avLst/>
          </a:prstGeom>
        </p:spPr>
      </p:pic>
      <p:pic>
        <p:nvPicPr>
          <p:cNvPr id="3" name="Рисунок 2" descr="images (41)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251520" y="1052736"/>
            <a:ext cx="4104456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05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039342"/>
            <a:ext cx="8229600" cy="5818658"/>
          </a:xfrm>
        </p:spPr>
        <p:txBody>
          <a:bodyPr/>
          <a:lstStyle/>
          <a:p>
            <a:pPr algn="just"/>
            <a:r>
              <a:rPr lang="es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Oyoq tovonini massaji uchun ishlatiladigan </a:t>
            </a:r>
            <a:r>
              <a:rPr lang="es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asbob-uskunalar.</a:t>
            </a:r>
            <a:r>
              <a:rPr lang="es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Mayda tishli, dastasi ingichka mixsimon bo‘lgan plastmassa yoki metall taroqlar oyoqni  mayda tutamlarga ajratib va qon aylanishini yaqshilaydi.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84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images (44)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4499992" y="1484784"/>
            <a:ext cx="3744416" cy="3240360"/>
          </a:xfrm>
          <a:prstGeom prst="rect">
            <a:avLst/>
          </a:prstGeom>
        </p:spPr>
      </p:pic>
      <p:pic>
        <p:nvPicPr>
          <p:cNvPr id="3" name="Рисунок 2" descr="images (23)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323528" y="1484784"/>
            <a:ext cx="3888432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34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етка">
  <a:themeElements>
    <a:clrScheme name="Сетка">
      <a:dk1>
        <a:sysClr val="windowText" lastClr="000000"/>
      </a:dk1>
      <a:lt1>
        <a:sysClr val="window" lastClr="FFFFFF"/>
      </a:lt1>
      <a:dk2>
        <a:srgbClr val="534949"/>
      </a:dk2>
      <a:lt2>
        <a:srgbClr val="CCD1B9"/>
      </a:lt2>
      <a:accent1>
        <a:srgbClr val="C66951"/>
      </a:accent1>
      <a:accent2>
        <a:srgbClr val="BF974D"/>
      </a:accent2>
      <a:accent3>
        <a:srgbClr val="928B70"/>
      </a:accent3>
      <a:accent4>
        <a:srgbClr val="87706B"/>
      </a:accent4>
      <a:accent5>
        <a:srgbClr val="94734E"/>
      </a:accent5>
      <a:accent6>
        <a:srgbClr val="6F777D"/>
      </a:accent6>
      <a:hlink>
        <a:srgbClr val="CC9900"/>
      </a:hlink>
      <a:folHlink>
        <a:srgbClr val="C0C0C0"/>
      </a:folHlink>
    </a:clrScheme>
    <a:fontScheme name="Сетка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Сетка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175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3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3000"/>
                <a:satMod val="11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Grid</Template>
  <TotalTime>13</TotalTime>
  <Words>71</Words>
  <Application>Microsoft Office PowerPoint</Application>
  <PresentationFormat>Экран (4:3)</PresentationFormat>
  <Paragraphs>6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Сетка</vt:lpstr>
      <vt:lpstr>Oyoqlarni massaj qilish va parvarishlash. </vt:lpstr>
      <vt:lpstr>Презентация PowerPoint</vt:lpstr>
      <vt:lpstr>Oyoq massaji  uchun ishlatiladigan asbob-uskunalar.Massaj Taroqlar. Kimyoviy ashyolardan foydalanmay amalga oshi- riladigan ishlarda metall (aluminiy)dan va plastmassadan tayyor- langan taroqlar gigiyena talablariga ko‘proq javob beradi.</vt:lpstr>
      <vt:lpstr>Презентация PowerPoint</vt:lpstr>
      <vt:lpstr>Oyoq tovonini massaji uchun ishlatiladigan asbob-uskunalar. Mayda tishli, dastasi ingichka mixsimon bo‘lgan plastmassa yoki metall taroqlar oyoqni  mayda tutamlarga ajratib va qon aylanishini yaqshilaydi.</vt:lpstr>
      <vt:lpstr>Презентация PowerPoint</vt:lpstr>
    </vt:vector>
  </TitlesOfParts>
  <Company>SSK 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10-Mavzu: Oyoqlarni massaj qilish va parvarishlash.</dc:title>
  <dc:creator>KOM-2</dc:creator>
  <cp:lastModifiedBy>Saboxat</cp:lastModifiedBy>
  <cp:revision>2</cp:revision>
  <dcterms:created xsi:type="dcterms:W3CDTF">2023-11-07T03:10:26Z</dcterms:created>
  <dcterms:modified xsi:type="dcterms:W3CDTF">2023-11-07T17:51:52Z</dcterms:modified>
</cp:coreProperties>
</file>