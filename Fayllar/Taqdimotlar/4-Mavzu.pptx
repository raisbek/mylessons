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2" r:id="rId7"/>
    <p:sldId id="261" r:id="rId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99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ru-RU" smtClean="0"/>
              <a:t>Образец заголовка</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ADA00E3C-4EDB-434A-8978-B6488A06B09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ADA00E3C-4EDB-434A-8978-B6488A06B09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smtClean="0"/>
              <a:t>Образец заголовка</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ru-RU" smtClean="0"/>
              <a:t>Образец текста</a:t>
            </a:r>
          </a:p>
        </p:txBody>
      </p:sp>
      <p:sp>
        <p:nvSpPr>
          <p:cNvPr id="4" name="Date Placeholder 3"/>
          <p:cNvSpPr>
            <a:spLocks noGrp="1"/>
          </p:cNvSpPr>
          <p:nvPr>
            <p:ph type="dt" sz="half" idx="10"/>
          </p:nvPr>
        </p:nvSpPr>
        <p:spPr/>
        <p:txBody>
          <a:bodyPr/>
          <a:lstStyle/>
          <a:p>
            <a:fld id="{ADA00E3C-4EDB-434A-8978-B6488A06B09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ADA00E3C-4EDB-434A-8978-B6488A06B094}"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0ABBD91-8072-41B2-BC8A-96E3C0579F56}" type="slidenum">
              <a:rPr lang="ru-RU" smtClean="0"/>
              <a:t>‹#›</a:t>
            </a:fld>
            <a:endParaRPr lang="ru-RU"/>
          </a:p>
        </p:txBody>
      </p:sp>
      <p:sp>
        <p:nvSpPr>
          <p:cNvPr id="8" name="Title 7"/>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ru-RU" smtClean="0"/>
              <a:t>Образец текста</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ru-RU" smtClean="0"/>
              <a:t>Образец текста</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ADA00E3C-4EDB-434A-8978-B6488A06B094}" type="datetimeFigureOut">
              <a:rPr lang="ru-RU" smtClean="0"/>
              <a:t>07.11.2023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ADA00E3C-4EDB-434A-8978-B6488A06B094}" type="datetimeFigureOut">
              <a:rPr lang="ru-RU" smtClean="0"/>
              <a:t>07.11.2023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A00E3C-4EDB-434A-8978-B6488A06B094}" type="datetimeFigureOut">
              <a:rPr lang="ru-RU" smtClean="0"/>
              <a:t>07.11.2023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smtClean="0"/>
              <a:t>Образец заголовка</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ru-RU" smtClean="0"/>
              <a:t>Образец текста</a:t>
            </a:r>
          </a:p>
        </p:txBody>
      </p:sp>
      <p:sp>
        <p:nvSpPr>
          <p:cNvPr id="5" name="Date Placeholder 4"/>
          <p:cNvSpPr>
            <a:spLocks noGrp="1"/>
          </p:cNvSpPr>
          <p:nvPr>
            <p:ph type="dt" sz="half" idx="10"/>
          </p:nvPr>
        </p:nvSpPr>
        <p:spPr/>
        <p:txBody>
          <a:bodyPr/>
          <a:lstStyle/>
          <a:p>
            <a:fld id="{ADA00E3C-4EDB-434A-8978-B6488A06B094}" type="datetimeFigureOut">
              <a:rPr lang="ru-RU" smtClean="0"/>
              <a:t>07.11.2023</a:t>
            </a:fld>
            <a:endParaRPr lang="ru-RU"/>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70ABBD91-8072-41B2-BC8A-96E3C0579F56}"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ru-RU" smtClean="0"/>
              <a:t>Вставка рисунка</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ru-RU" smtClean="0"/>
              <a:t>Образец заголовка</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ADA00E3C-4EDB-434A-8978-B6488A06B094}"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ADA00E3C-4EDB-434A-8978-B6488A06B09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ADA00E3C-4EDB-434A-8978-B6488A06B094}"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0ABBD91-8072-41B2-BC8A-96E3C0579F56}"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ADA00E3C-4EDB-434A-8978-B6488A06B094}" type="datetimeFigureOut">
              <a:rPr lang="ru-RU" smtClean="0"/>
              <a:t>07.11.2023</a:t>
            </a:fld>
            <a:endParaRPr lang="ru-RU"/>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ru-RU"/>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70ABBD91-8072-41B2-BC8A-96E3C0579F56}"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11560" y="620688"/>
            <a:ext cx="7772400" cy="1470025"/>
          </a:xfrm>
        </p:spPr>
        <p:txBody>
          <a:bodyPr>
            <a:normAutofit/>
          </a:bodyPr>
          <a:lstStyle/>
          <a:p>
            <a:pPr algn="ctr"/>
            <a:r>
              <a:rPr lang="en-US" b="1" dirty="0" err="1" smtClean="0">
                <a:solidFill>
                  <a:srgbClr val="FF0000"/>
                </a:solidFill>
                <a:latin typeface="Times New Roman" panose="02020603050405020304" pitchFamily="18" charset="0"/>
                <a:cs typeface="Times New Roman" panose="02020603050405020304" pitchFamily="18" charset="0"/>
              </a:rPr>
              <a:t>Tirnoqqa</a:t>
            </a:r>
            <a:r>
              <a:rPr lang="en-US" b="1" dirty="0" smtClean="0">
                <a:solidFill>
                  <a:srgbClr val="FF0000"/>
                </a:solidFill>
                <a:latin typeface="Times New Roman" panose="02020603050405020304" pitchFamily="18" charset="0"/>
                <a:cs typeface="Times New Roman" panose="02020603050405020304" pitchFamily="18" charset="0"/>
              </a:rPr>
              <a:t> </a:t>
            </a:r>
            <a:r>
              <a:rPr lang="en-US" b="1" dirty="0" err="1" smtClean="0">
                <a:solidFill>
                  <a:srgbClr val="FF0000"/>
                </a:solidFill>
                <a:latin typeface="Times New Roman" panose="02020603050405020304" pitchFamily="18" charset="0"/>
                <a:cs typeface="Times New Roman" panose="02020603050405020304" pitchFamily="18" charset="0"/>
              </a:rPr>
              <a:t>tasvir</a:t>
            </a:r>
            <a:r>
              <a:rPr lang="en-US" b="1" dirty="0" smtClean="0">
                <a:solidFill>
                  <a:srgbClr val="FF0000"/>
                </a:solidFill>
                <a:latin typeface="Times New Roman" panose="02020603050405020304" pitchFamily="18" charset="0"/>
                <a:cs typeface="Times New Roman" panose="02020603050405020304" pitchFamily="18" charset="0"/>
              </a:rPr>
              <a:t> </a:t>
            </a:r>
            <a:r>
              <a:rPr lang="en-US" b="1" dirty="0" err="1" smtClean="0">
                <a:solidFill>
                  <a:srgbClr val="FF0000"/>
                </a:solidFill>
                <a:latin typeface="Times New Roman" panose="02020603050405020304" pitchFamily="18" charset="0"/>
                <a:cs typeface="Times New Roman" panose="02020603050405020304" pitchFamily="18" charset="0"/>
              </a:rPr>
              <a:t>tushirish</a:t>
            </a:r>
            <a:r>
              <a:rPr lang="ru-RU" dirty="0">
                <a:solidFill>
                  <a:srgbClr val="FF0000"/>
                </a:solidFill>
                <a:latin typeface="Times New Roman" panose="02020603050405020304" pitchFamily="18" charset="0"/>
                <a:cs typeface="Times New Roman" panose="02020603050405020304" pitchFamily="18" charset="0"/>
              </a:rPr>
              <a:t/>
            </a:r>
            <a:br>
              <a:rPr lang="ru-RU" dirty="0">
                <a:solidFill>
                  <a:srgbClr val="FF0000"/>
                </a:solidFill>
                <a:latin typeface="Times New Roman" panose="02020603050405020304" pitchFamily="18" charset="0"/>
                <a:cs typeface="Times New Roman" panose="02020603050405020304" pitchFamily="18" charset="0"/>
              </a:rPr>
            </a:br>
            <a:endParaRPr lang="ru-RU" dirty="0">
              <a:solidFill>
                <a:srgbClr val="FF0000"/>
              </a:solidFill>
              <a:latin typeface="Times New Roman" panose="02020603050405020304" pitchFamily="18" charset="0"/>
              <a:cs typeface="Times New Roman" panose="02020603050405020304" pitchFamily="18" charset="0"/>
            </a:endParaRPr>
          </a:p>
        </p:txBody>
      </p:sp>
      <p:sp>
        <p:nvSpPr>
          <p:cNvPr id="3" name="Подзаголовок 2"/>
          <p:cNvSpPr>
            <a:spLocks noGrp="1"/>
          </p:cNvSpPr>
          <p:nvPr>
            <p:ph type="subTitle" idx="1"/>
          </p:nvPr>
        </p:nvSpPr>
        <p:spPr>
          <a:xfrm>
            <a:off x="179512" y="2348880"/>
            <a:ext cx="6400800" cy="1752600"/>
          </a:xfrm>
        </p:spPr>
        <p:txBody>
          <a:bodyPr>
            <a:noAutofit/>
          </a:bodyPr>
          <a:lstStyle/>
          <a:p>
            <a:r>
              <a:rPr lang="en-US" sz="2400" b="1" dirty="0" smtClean="0">
                <a:solidFill>
                  <a:srgbClr val="FF0000"/>
                </a:solidFill>
                <a:latin typeface="Times New Roman" panose="02020603050405020304" pitchFamily="18" charset="0"/>
                <a:cs typeface="Times New Roman" panose="02020603050405020304" pitchFamily="18" charset="0"/>
              </a:rPr>
              <a:t>                       </a:t>
            </a:r>
            <a:r>
              <a:rPr lang="en-US" sz="2400" b="1" dirty="0" err="1" smtClean="0">
                <a:solidFill>
                  <a:srgbClr val="FF0000"/>
                </a:solidFill>
                <a:latin typeface="Times New Roman" panose="02020603050405020304" pitchFamily="18" charset="0"/>
                <a:cs typeface="Times New Roman" panose="02020603050405020304" pitchFamily="18" charset="0"/>
              </a:rPr>
              <a:t>Reja</a:t>
            </a:r>
            <a:r>
              <a:rPr lang="en-US" sz="2400" b="1" dirty="0">
                <a:solidFill>
                  <a:srgbClr val="FF0000"/>
                </a:solidFill>
                <a:latin typeface="Times New Roman" panose="02020603050405020304" pitchFamily="18" charset="0"/>
                <a:cs typeface="Times New Roman" panose="02020603050405020304" pitchFamily="18" charset="0"/>
              </a:rPr>
              <a:t>:</a:t>
            </a:r>
            <a:endParaRPr lang="ru-RU"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1.Yaltiroq</a:t>
            </a:r>
            <a:r>
              <a:rPr lang="ru-RU" sz="2400" b="1" dirty="0" smtClean="0">
                <a:solidFill>
                  <a:srgbClr val="FF0000"/>
                </a:solidFill>
                <a:latin typeface="Times New Roman" panose="02020603050405020304" pitchFamily="18" charset="0"/>
                <a:cs typeface="Times New Roman" panose="02020603050405020304" pitchFamily="18" charset="0"/>
              </a:rPr>
              <a:t>                   			</a:t>
            </a:r>
            <a:r>
              <a:rPr lang="en-US" sz="2400" b="1" dirty="0" err="1" smtClean="0">
                <a:solidFill>
                  <a:srgbClr val="FF0000"/>
                </a:solidFill>
                <a:latin typeface="Times New Roman" panose="02020603050405020304" pitchFamily="18" charset="0"/>
                <a:cs typeface="Times New Roman" panose="02020603050405020304" pitchFamily="18" charset="0"/>
              </a:rPr>
              <a:t>toshchalar</a:t>
            </a:r>
            <a:r>
              <a:rPr lang="en-US" sz="2400" b="1" dirty="0" smtClean="0">
                <a:solidFill>
                  <a:srgbClr val="FF0000"/>
                </a:solidFill>
                <a:latin typeface="Times New Roman" panose="02020603050405020304" pitchFamily="18" charset="0"/>
                <a:cs typeface="Times New Roman" panose="02020603050405020304" pitchFamily="18" charset="0"/>
              </a:rPr>
              <a:t> </a:t>
            </a:r>
            <a:endParaRPr lang="ru-RU"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          2.Tirnoqqa </a:t>
            </a:r>
            <a:r>
              <a:rPr lang="en-US" sz="2400" b="1" dirty="0" err="1">
                <a:solidFill>
                  <a:srgbClr val="FF0000"/>
                </a:solidFill>
                <a:latin typeface="Times New Roman" panose="02020603050405020304" pitchFamily="18" charset="0"/>
                <a:cs typeface="Times New Roman" panose="02020603050405020304" pitchFamily="18" charset="0"/>
              </a:rPr>
              <a:t>mos</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tasvir</a:t>
            </a:r>
            <a:r>
              <a:rPr lang="en-US" sz="2400" b="1" dirty="0">
                <a:solidFill>
                  <a:srgbClr val="FF0000"/>
                </a:solidFill>
                <a:latin typeface="Times New Roman" panose="02020603050405020304" pitchFamily="18" charset="0"/>
                <a:cs typeface="Times New Roman" panose="02020603050405020304" pitchFamily="18" charset="0"/>
              </a:rPr>
              <a:t> </a:t>
            </a:r>
            <a:r>
              <a:rPr lang="ru-RU" sz="2400" b="1" dirty="0" smtClean="0">
                <a:solidFill>
                  <a:srgbClr val="FF0000"/>
                </a:solidFill>
                <a:latin typeface="Times New Roman" panose="02020603050405020304" pitchFamily="18" charset="0"/>
                <a:cs typeface="Times New Roman" panose="02020603050405020304" pitchFamily="18" charset="0"/>
              </a:rPr>
              <a:t>		</a:t>
            </a:r>
            <a:r>
              <a:rPr lang="en-US" sz="2400" b="1" dirty="0" err="1" smtClean="0">
                <a:solidFill>
                  <a:srgbClr val="FF0000"/>
                </a:solidFill>
                <a:latin typeface="Times New Roman" panose="02020603050405020304" pitchFamily="18" charset="0"/>
                <a:cs typeface="Times New Roman" panose="02020603050405020304" pitchFamily="18" charset="0"/>
              </a:rPr>
              <a:t>tanlash</a:t>
            </a:r>
            <a:r>
              <a:rPr lang="en-US" sz="2400" b="1" dirty="0" smtClean="0">
                <a:solidFill>
                  <a:srgbClr val="FF0000"/>
                </a:solidFill>
                <a:latin typeface="Times New Roman" panose="02020603050405020304" pitchFamily="18" charset="0"/>
                <a:cs typeface="Times New Roman" panose="02020603050405020304" pitchFamily="18" charset="0"/>
              </a:rPr>
              <a:t> </a:t>
            </a:r>
            <a:endParaRPr lang="ru-RU"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          3.Toshchalarning </a:t>
            </a:r>
            <a:r>
              <a:rPr lang="ru-RU" sz="2400" b="1" dirty="0" smtClean="0">
                <a:solidFill>
                  <a:srgbClr val="FF0000"/>
                </a:solidFill>
                <a:latin typeface="Times New Roman" panose="02020603050405020304" pitchFamily="18" charset="0"/>
                <a:cs typeface="Times New Roman" panose="02020603050405020304" pitchFamily="18" charset="0"/>
              </a:rPr>
              <a:t>			</a:t>
            </a:r>
            <a:r>
              <a:rPr lang="en-US" sz="2400" b="1" dirty="0" err="1" smtClean="0">
                <a:solidFill>
                  <a:srgbClr val="FF0000"/>
                </a:solidFill>
                <a:latin typeface="Times New Roman" panose="02020603050405020304" pitchFamily="18" charset="0"/>
                <a:cs typeface="Times New Roman" panose="02020603050405020304" pitchFamily="18" charset="0"/>
              </a:rPr>
              <a:t>xillari</a:t>
            </a:r>
            <a:r>
              <a:rPr lang="en-US" sz="2400" b="1" dirty="0" smtClean="0">
                <a:solidFill>
                  <a:srgbClr val="FF0000"/>
                </a:solidFill>
                <a:latin typeface="Times New Roman" panose="02020603050405020304" pitchFamily="18" charset="0"/>
                <a:cs typeface="Times New Roman" panose="02020603050405020304" pitchFamily="18" charset="0"/>
              </a:rPr>
              <a:t> </a:t>
            </a:r>
            <a:endParaRPr lang="ru-RU" sz="2400" dirty="0">
              <a:solidFill>
                <a:srgbClr val="FF0000"/>
              </a:solidFill>
              <a:latin typeface="Times New Roman" panose="02020603050405020304" pitchFamily="18" charset="0"/>
              <a:cs typeface="Times New Roman" panose="02020603050405020304" pitchFamily="18" charset="0"/>
            </a:endParaRPr>
          </a:p>
          <a:p>
            <a:r>
              <a:rPr lang="ru-RU" sz="2400" dirty="0"/>
              <a:t> </a:t>
            </a:r>
          </a:p>
          <a:p>
            <a:endParaRPr lang="ru-RU" sz="2400" dirty="0"/>
          </a:p>
        </p:txBody>
      </p:sp>
    </p:spTree>
    <p:extLst>
      <p:ext uri="{BB962C8B-B14F-4D97-AF65-F5344CB8AC3E}">
        <p14:creationId xmlns:p14="http://schemas.microsoft.com/office/powerpoint/2010/main" val="4008431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1939" y="3634466"/>
            <a:ext cx="3446445" cy="286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0777" r="5721" b="11413"/>
          <a:stretch/>
        </p:blipFill>
        <p:spPr bwMode="auto">
          <a:xfrm>
            <a:off x="926682" y="3634466"/>
            <a:ext cx="3285278" cy="286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9908"/>
            <a:ext cx="3456384"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9269" t="22231"/>
          <a:stretch/>
        </p:blipFill>
        <p:spPr bwMode="auto">
          <a:xfrm>
            <a:off x="875499" y="379908"/>
            <a:ext cx="3336461"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3610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3528" y="-243408"/>
            <a:ext cx="8229600" cy="5472608"/>
          </a:xfrm>
        </p:spPr>
        <p:txBody>
          <a:bodyPr>
            <a:noAutofit/>
          </a:bodyPr>
          <a:lstStyle/>
          <a:p>
            <a:pPr algn="just"/>
            <a:r>
              <a:rPr lang="en-US" cap="none" dirty="0" err="1" smtClean="0">
                <a:latin typeface="Calibri" panose="020F0502020204030204" pitchFamily="34" charset="0"/>
                <a:cs typeface="Calibri" panose="020F0502020204030204" pitchFamily="34" charset="0"/>
              </a:rPr>
              <a:t>Tirnoqlarni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bezatish</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borasida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o‘z</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fantaziyangiz</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kuchiga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to‘la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ishonishingiz</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shuningdek</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bizning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maslahatlarimizga</a:t>
            </a:r>
            <a:r>
              <a:rPr lang="en-US" cap="none" dirty="0" smtClean="0">
                <a:latin typeface="Calibri" panose="020F0502020204030204" pitchFamily="34" charset="0"/>
                <a:cs typeface="Calibri" panose="020F0502020204030204" pitchFamily="34" charset="0"/>
              </a:rPr>
              <a:t> ham </a:t>
            </a:r>
            <a:r>
              <a:rPr lang="en-US" cap="none" dirty="0" err="1" smtClean="0">
                <a:latin typeface="Calibri" panose="020F0502020204030204" pitchFamily="34" charset="0"/>
                <a:cs typeface="Calibri" panose="020F0502020204030204" pitchFamily="34" charset="0"/>
              </a:rPr>
              <a:t>amal</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qilishingiz</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mumkin</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Tirnoqda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lak</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surtib</a:t>
            </a:r>
            <a:r>
              <a:rPr lang="en-US" cap="none" dirty="0" smtClean="0">
                <a:latin typeface="Calibri" panose="020F0502020204030204" pitchFamily="34" charset="0"/>
                <a:cs typeface="Calibri" panose="020F0502020204030204" pitchFamily="34" charset="0"/>
              </a:rPr>
              <a:t>, u </a:t>
            </a:r>
            <a:r>
              <a:rPr lang="en-US" cap="none" dirty="0" err="1" smtClean="0">
                <a:latin typeface="Calibri" panose="020F0502020204030204" pitchFamily="34" charset="0"/>
                <a:cs typeface="Calibri" panose="020F0502020204030204" pitchFamily="34" charset="0"/>
              </a:rPr>
              <a:t>qurib</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qolmasidan</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turib</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tirnoq</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uchiga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oltinrang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qog‘ozni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ichkari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tomonga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qarata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qiya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tutilib</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yopishtiring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Zar</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tirnok</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uchiga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yopishganidan</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so‘ng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qog‘ozni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extiyotkorlik</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bilan</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sug‘urib</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oling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Shundan</a:t>
            </a:r>
            <a:r>
              <a:rPr lang="en-US" cap="none" dirty="0" smtClean="0">
                <a:latin typeface="Calibri" panose="020F0502020204030204" pitchFamily="34" charset="0"/>
                <a:cs typeface="Calibri" panose="020F0502020204030204" pitchFamily="34" charset="0"/>
              </a:rPr>
              <a:t> sung </a:t>
            </a:r>
            <a:r>
              <a:rPr lang="en-US" cap="none" dirty="0" err="1" smtClean="0">
                <a:latin typeface="Calibri" panose="020F0502020204030204" pitchFamily="34" charset="0"/>
                <a:cs typeface="Calibri" panose="020F0502020204030204" pitchFamily="34" charset="0"/>
              </a:rPr>
              <a:t>tiroqqa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rangsiz</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lak</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surting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va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endi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boyagi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jarayonni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zarni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tirnoqning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ikkinchi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tomondagi</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uch</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qismiga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qiya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qilib</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yopishtirish</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bilan</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amalga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oshiring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So‘ng</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yana</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bir</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bor</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rangsiz</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lak</a:t>
            </a:r>
            <a:r>
              <a:rPr lang="en-US" cap="none" dirty="0" smtClean="0">
                <a:latin typeface="Calibri" panose="020F0502020204030204" pitchFamily="34" charset="0"/>
                <a:cs typeface="Calibri" panose="020F0502020204030204" pitchFamily="34" charset="0"/>
              </a:rPr>
              <a:t> </a:t>
            </a:r>
            <a:r>
              <a:rPr lang="en-US" cap="none" dirty="0" err="1" smtClean="0">
                <a:latin typeface="Calibri" panose="020F0502020204030204" pitchFamily="34" charset="0"/>
                <a:cs typeface="Calibri" panose="020F0502020204030204" pitchFamily="34" charset="0"/>
              </a:rPr>
              <a:t>surting</a:t>
            </a:r>
            <a:r>
              <a:rPr lang="en-US" cap="none" dirty="0" smtClean="0">
                <a:latin typeface="Calibri" panose="020F0502020204030204" pitchFamily="34" charset="0"/>
                <a:cs typeface="Calibri" panose="020F0502020204030204" pitchFamily="34" charset="0"/>
              </a:rPr>
              <a:t>.</a:t>
            </a:r>
            <a:endParaRPr lang="ru-RU" cap="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280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08" y="3645024"/>
            <a:ext cx="2801888" cy="280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306165"/>
            <a:ext cx="2922706" cy="3338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359147"/>
            <a:ext cx="2736304" cy="3285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527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332656"/>
            <a:ext cx="8229600" cy="6048672"/>
          </a:xfrm>
        </p:spPr>
        <p:txBody>
          <a:bodyPr>
            <a:noAutofit/>
          </a:bodyPr>
          <a:lstStyle/>
          <a:p>
            <a:pPr algn="just"/>
            <a:r>
              <a:rPr lang="en-US" sz="2400" cap="none" dirty="0" smtClean="0">
                <a:latin typeface="Calibri" panose="020F0502020204030204" pitchFamily="34" charset="0"/>
                <a:cs typeface="Calibri" panose="020F0502020204030204" pitchFamily="34" charset="0"/>
              </a:rPr>
              <a:t>Agar </a:t>
            </a:r>
            <a:r>
              <a:rPr lang="en-US" sz="2400" cap="none" dirty="0" err="1" smtClean="0">
                <a:latin typeface="Calibri" panose="020F0502020204030204" pitchFamily="34" charset="0"/>
                <a:cs typeface="Calibri" panose="020F0502020204030204" pitchFamily="34" charset="0"/>
              </a:rPr>
              <a:t>ziyofatga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borishingiz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kerak</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bo‘lsa-yu</a:t>
            </a:r>
            <a:r>
              <a:rPr lang="en-US" sz="2400" cap="none" dirty="0" smtClean="0">
                <a:latin typeface="Calibri" panose="020F0502020204030204" pitchFamily="34" charset="0"/>
                <a:cs typeface="Calibri" panose="020F0502020204030204" pitchFamily="34" charset="0"/>
              </a:rPr>
              <a:t>, ammo </a:t>
            </a:r>
            <a:r>
              <a:rPr lang="en-US" sz="2400" cap="none" dirty="0" err="1" smtClean="0">
                <a:latin typeface="Calibri" panose="020F0502020204030204" pitchFamily="34" charset="0"/>
                <a:cs typeface="Calibri" panose="020F0502020204030204" pitchFamily="34" charset="0"/>
              </a:rPr>
              <a:t>manikyur</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qildirish</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uchun</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salonga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borishga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vaqtingiz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bo‘lmasa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aslo</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g‘am</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chekmang</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bizning</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maslahatlarimizga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amal</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qilgan</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holda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uy</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sharoitida</a:t>
            </a:r>
            <a:r>
              <a:rPr lang="en-US" sz="2400" cap="none" dirty="0" smtClean="0">
                <a:latin typeface="Calibri" panose="020F0502020204030204" pitchFamily="34" charset="0"/>
                <a:cs typeface="Calibri" panose="020F0502020204030204" pitchFamily="34" charset="0"/>
              </a:rPr>
              <a:t> ham </a:t>
            </a:r>
            <a:r>
              <a:rPr lang="en-US" sz="2400" cap="none" dirty="0" err="1" smtClean="0">
                <a:latin typeface="Calibri" panose="020F0502020204030204" pitchFamily="34" charset="0"/>
                <a:cs typeface="Calibri" panose="020F0502020204030204" pitchFamily="34" charset="0"/>
              </a:rPr>
              <a:t>tirnoklaringizni</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ajoyib</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ko‘rinishga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keltira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olasiz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Uy</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sharoitida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amalga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oshirilish</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uchun</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sizga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quyidagilar</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kerak</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bo‘ladi</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oltinrang</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yoki</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kumushrang</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nakleykalar</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toshchalar</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yog‘och</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cho‘p</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va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kichik</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manikyur</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qaychisi.Tirnokdarni</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bezatish</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borasida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o‘z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fantaziyangiz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kuchiga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to‘la</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ishonishingiz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shuningdek</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bizning</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maslahatlarimizga</a:t>
            </a:r>
            <a:r>
              <a:rPr lang="en-US" sz="2400" cap="none" dirty="0" smtClean="0">
                <a:latin typeface="Calibri" panose="020F0502020204030204" pitchFamily="34" charset="0"/>
                <a:cs typeface="Calibri" panose="020F0502020204030204" pitchFamily="34" charset="0"/>
              </a:rPr>
              <a:t> ham </a:t>
            </a:r>
            <a:r>
              <a:rPr lang="en-US" sz="2400" cap="none" dirty="0" err="1" smtClean="0">
                <a:latin typeface="Calibri" panose="020F0502020204030204" pitchFamily="34" charset="0"/>
                <a:cs typeface="Calibri" panose="020F0502020204030204" pitchFamily="34" charset="0"/>
              </a:rPr>
              <a:t>amal</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qilishingiz</a:t>
            </a:r>
            <a:r>
              <a:rPr lang="en-US" sz="2400" cap="none" dirty="0" smtClean="0">
                <a:latin typeface="Calibri" panose="020F0502020204030204" pitchFamily="34" charset="0"/>
                <a:cs typeface="Calibri" panose="020F0502020204030204" pitchFamily="34" charset="0"/>
              </a:rPr>
              <a:t> </a:t>
            </a:r>
            <a:r>
              <a:rPr lang="en-US" sz="2400" cap="none" dirty="0" err="1" smtClean="0">
                <a:latin typeface="Calibri" panose="020F0502020204030204" pitchFamily="34" charset="0"/>
                <a:cs typeface="Calibri" panose="020F0502020204030204" pitchFamily="34" charset="0"/>
              </a:rPr>
              <a:t>mumkin</a:t>
            </a:r>
            <a:r>
              <a:rPr lang="en-US" sz="2400" cap="none" dirty="0" smtClean="0">
                <a:latin typeface="Calibri" panose="020F0502020204030204" pitchFamily="34" charset="0"/>
                <a:cs typeface="Calibri" panose="020F0502020204030204" pitchFamily="34" charset="0"/>
              </a:rPr>
              <a:t>. </a:t>
            </a:r>
            <a:br>
              <a:rPr lang="en-US" sz="2400" cap="none" dirty="0" smtClean="0">
                <a:latin typeface="Calibri" panose="020F0502020204030204" pitchFamily="34" charset="0"/>
                <a:cs typeface="Calibri" panose="020F0502020204030204" pitchFamily="34" charset="0"/>
              </a:rPr>
            </a:br>
            <a:r>
              <a:rPr lang="en-US" sz="2400" cap="none" dirty="0">
                <a:latin typeface="Calibri" panose="020F0502020204030204" pitchFamily="34" charset="0"/>
                <a:cs typeface="Calibri" panose="020F0502020204030204" pitchFamily="34" charset="0"/>
              </a:rPr>
              <a:t/>
            </a:r>
            <a:br>
              <a:rPr lang="en-US" sz="2400" cap="none" dirty="0">
                <a:latin typeface="Calibri" panose="020F0502020204030204" pitchFamily="34" charset="0"/>
                <a:cs typeface="Calibri" panose="020F0502020204030204" pitchFamily="34" charset="0"/>
              </a:rPr>
            </a:br>
            <a:r>
              <a:rPr lang="en-US" sz="2400" cap="none" dirty="0" smtClean="0">
                <a:latin typeface="Calibri" panose="020F0502020204030204" pitchFamily="34" charset="0"/>
                <a:cs typeface="Calibri" panose="020F0502020204030204" pitchFamily="34" charset="0"/>
              </a:rPr>
              <a:t/>
            </a:r>
            <a:br>
              <a:rPr lang="en-US" sz="2400" cap="none" dirty="0" smtClean="0">
                <a:latin typeface="Calibri" panose="020F0502020204030204" pitchFamily="34" charset="0"/>
                <a:cs typeface="Calibri" panose="020F0502020204030204" pitchFamily="34" charset="0"/>
              </a:rPr>
            </a:br>
            <a:r>
              <a:rPr lang="en-US" sz="2400" cap="none" dirty="0">
                <a:latin typeface="Calibri" panose="020F0502020204030204" pitchFamily="34" charset="0"/>
                <a:cs typeface="Calibri" panose="020F0502020204030204" pitchFamily="34" charset="0"/>
              </a:rPr>
              <a:t/>
            </a:r>
            <a:br>
              <a:rPr lang="en-US" sz="2400" cap="none" dirty="0">
                <a:latin typeface="Calibri" panose="020F0502020204030204" pitchFamily="34" charset="0"/>
                <a:cs typeface="Calibri" panose="020F0502020204030204" pitchFamily="34" charset="0"/>
              </a:rPr>
            </a:br>
            <a:endParaRPr lang="ru-RU" sz="2400" cap="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54603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83568" y="2132856"/>
            <a:ext cx="7520940" cy="548640"/>
          </a:xfrm>
        </p:spPr>
        <p:txBody>
          <a:bodyPr/>
          <a:lstStyle/>
          <a:p>
            <a:pPr algn="just"/>
            <a:r>
              <a:rPr lang="en-US" cap="none" dirty="0" err="1">
                <a:latin typeface="Calibri" panose="020F0502020204030204" pitchFamily="34" charset="0"/>
                <a:cs typeface="Calibri" panose="020F0502020204030204" pitchFamily="34" charset="0"/>
              </a:rPr>
              <a:t>Tirnokda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lak</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surtib</a:t>
            </a:r>
            <a:r>
              <a:rPr lang="en-US" cap="none" dirty="0">
                <a:latin typeface="Calibri" panose="020F0502020204030204" pitchFamily="34" charset="0"/>
                <a:cs typeface="Calibri" panose="020F0502020204030204" pitchFamily="34" charset="0"/>
              </a:rPr>
              <a:t>, u </a:t>
            </a:r>
            <a:r>
              <a:rPr lang="en-US" cap="none" dirty="0" err="1">
                <a:latin typeface="Calibri" panose="020F0502020204030204" pitchFamily="34" charset="0"/>
                <a:cs typeface="Calibri" panose="020F0502020204030204" pitchFamily="34" charset="0"/>
              </a:rPr>
              <a:t>qurib</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qolmasidan</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turib</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tirnok</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uchiga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oltinrang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qog‘ozni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ichkari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tomonga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qarata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qiya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tushirib</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yopishtiring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Zar</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tirnok</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uchiga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yopishganidan</a:t>
            </a:r>
            <a:r>
              <a:rPr lang="en-US" cap="none" dirty="0">
                <a:latin typeface="Calibri" panose="020F0502020204030204" pitchFamily="34" charset="0"/>
                <a:cs typeface="Calibri" panose="020F0502020204030204" pitchFamily="34" charset="0"/>
              </a:rPr>
              <a:t> sung, </a:t>
            </a:r>
            <a:r>
              <a:rPr lang="en-US" cap="none" dirty="0" err="1">
                <a:latin typeface="Calibri" panose="020F0502020204030204" pitchFamily="34" charset="0"/>
                <a:cs typeface="Calibri" panose="020F0502020204030204" pitchFamily="34" charset="0"/>
              </a:rPr>
              <a:t>qog‘ozni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extiyotkorlik</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bilan</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sug‘urib</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oling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Shundan</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so‘ng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tiroqqa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rangsiz</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lak</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surting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va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endi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boyagi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jarayonni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zarni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tirnoqning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ikkinchi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tomondagi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uch</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qismiga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qiya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qilib</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yopishtirish</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bilan</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amalga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oshiring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So‘ng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yana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bir</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bor</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rangsiz</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lak</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surting</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Istasangiz</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jarayonni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shu</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bilan</a:t>
            </a:r>
            <a:r>
              <a:rPr lang="en-US" cap="none" dirty="0">
                <a:latin typeface="Calibri" panose="020F0502020204030204" pitchFamily="34" charset="0"/>
                <a:cs typeface="Calibri" panose="020F0502020204030204" pitchFamily="34" charset="0"/>
              </a:rPr>
              <a:t> ham </a:t>
            </a:r>
            <a:r>
              <a:rPr lang="en-US" cap="none" dirty="0" err="1">
                <a:latin typeface="Calibri" panose="020F0502020204030204" pitchFamily="34" charset="0"/>
                <a:cs typeface="Calibri" panose="020F0502020204030204" pitchFamily="34" charset="0"/>
              </a:rPr>
              <a:t>tugatib</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qo‘ya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qolishingiz</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yoki</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bo‘lmasa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bezashda</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davom</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etishingiz</a:t>
            </a:r>
            <a:r>
              <a:rPr lang="en-US" cap="none" dirty="0">
                <a:latin typeface="Calibri" panose="020F0502020204030204" pitchFamily="34" charset="0"/>
                <a:cs typeface="Calibri" panose="020F0502020204030204" pitchFamily="34" charset="0"/>
              </a:rPr>
              <a:t> </a:t>
            </a:r>
            <a:r>
              <a:rPr lang="en-US" cap="none" dirty="0" err="1">
                <a:latin typeface="Calibri" panose="020F0502020204030204" pitchFamily="34" charset="0"/>
                <a:cs typeface="Calibri" panose="020F0502020204030204" pitchFamily="34" charset="0"/>
              </a:rPr>
              <a:t>mumkin</a:t>
            </a:r>
            <a:r>
              <a:rPr lang="en-US" cap="none" dirty="0">
                <a:latin typeface="Calibri" panose="020F0502020204030204" pitchFamily="34" charset="0"/>
                <a:cs typeface="Calibri" panose="020F0502020204030204" pitchFamily="34" charset="0"/>
              </a:rPr>
              <a:t>.</a:t>
            </a:r>
            <a:endParaRPr lang="ru-RU" dirty="0"/>
          </a:p>
        </p:txBody>
      </p:sp>
    </p:spTree>
    <p:extLst>
      <p:ext uri="{BB962C8B-B14F-4D97-AF65-F5344CB8AC3E}">
        <p14:creationId xmlns:p14="http://schemas.microsoft.com/office/powerpoint/2010/main" val="2602671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442778"/>
            <a:ext cx="2808312" cy="2771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023" y="3481359"/>
            <a:ext cx="3177939" cy="273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480863"/>
            <a:ext cx="3177939" cy="296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7596" t="11899" r="6194"/>
          <a:stretch/>
        </p:blipFill>
        <p:spPr bwMode="auto">
          <a:xfrm>
            <a:off x="1187624" y="480863"/>
            <a:ext cx="2808312" cy="293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560029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Углы">
  <a:themeElements>
    <a:clrScheme name="Углы">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Углы">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Углы">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18</TotalTime>
  <Words>241</Words>
  <Application>Microsoft Office PowerPoint</Application>
  <PresentationFormat>Экран (4:3)</PresentationFormat>
  <Paragraphs>9</Paragraphs>
  <Slides>7</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7</vt:i4>
      </vt:variant>
    </vt:vector>
  </HeadingPairs>
  <TitlesOfParts>
    <vt:vector size="8" baseType="lpstr">
      <vt:lpstr>Углы</vt:lpstr>
      <vt:lpstr>Tirnoqqa tasvir tushirish </vt:lpstr>
      <vt:lpstr>Презентация PowerPoint</vt:lpstr>
      <vt:lpstr>Tirnoqlarni bezatish borasida o‘z fantaziyangiz kuchiga to‘la ishonishingiz, shuningdek bizning maslahatlarimizga ham amal qilishingiz mumkin. Tirnoqda lak surtib, u qurib qolmasidan turib, tirnoq uchiga oltinrang qog‘ozni ichkari tomonga qarata qiya tutilib yopishtiring. Zar tirnok, uchiga yopishganidan so‘ng, qog‘ozni extiyotkorlik bilan sug‘urib oling. Shundan sung tiroqqa rangsiz lak surting va endi boyagi jarayonni zarni tirnoqning ikkinchi tomondagi uch qismiga qiya qilib yopishtirish bilan amalga oshiring. So‘ng yana bir bor rangsiz lak surting.</vt:lpstr>
      <vt:lpstr>Презентация PowerPoint</vt:lpstr>
      <vt:lpstr>Agar ziyofatga borishingiz kerak bo‘lsa-yu, ammo manikyur qildirish uchun salonga borishga vaqtingiz bo‘lmasa, aslo g‘am chekmang, bizning maslahatlarimizga amal qilgan holda uy sharoitida ham tirnoklaringizni ajoyib ko‘rinishga keltira olasiz. Uy sharoitida amalga oshirilish uchun sizga quyidagilar kerak bo‘ladi: oltinrang yoki kumushrang nakleykalar, toshchalar, yog‘och cho‘p va kichik manikyur qaychisi.Tirnokdarni bezatish borasida o‘z fantaziyangiz kuchiga to‘la ishonishingiz, shuningdek bizning maslahatlarimizga ham amal qilishingiz mumkin.     </vt:lpstr>
      <vt:lpstr>Tirnokda lak surtib, u qurib qolmasidan turib, tirnok uchiga oltinrang qog‘ozni ichkari tomonga qarata qiya tushirib yopishtiring. Zar tirnok, uchiga yopishganidan sung, qog‘ozni extiyotkorlik bilan sug‘urib oling. Shundan so‘ng tiroqqa rangsiz lak surting va endi boyagi jarayonni zarni tirnoqning ikkinchi tomondagi uch qismiga qiya qilib yopishtirish bilan amalga oshiring. So‘ng yana bir bor rangsiz lak surting. Istasangiz, jarayonni shu bilan ham tugatib qo‘ya qolishingiz yoki bo‘lmasa bezashda davom etishingiz mumkin.</vt:lpstr>
      <vt:lpstr>Презентация PowerPoint</vt:lpstr>
    </vt:vector>
  </TitlesOfParts>
  <Company>SSK 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4-Mavzu:Tirnoqqa tasvir tushirish</dc:title>
  <dc:creator>KOM-2</dc:creator>
  <cp:lastModifiedBy>Saboxat</cp:lastModifiedBy>
  <cp:revision>3</cp:revision>
  <dcterms:created xsi:type="dcterms:W3CDTF">2023-11-07T03:53:14Z</dcterms:created>
  <dcterms:modified xsi:type="dcterms:W3CDTF">2023-11-07T17:15:44Z</dcterms:modified>
</cp:coreProperties>
</file>