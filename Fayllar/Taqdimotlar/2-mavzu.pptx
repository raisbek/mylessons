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DFCD-6111-45D1-A00C-2591E8759A23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340C7-BF04-4768-871B-1ADF09DD95B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DFCD-6111-45D1-A00C-2591E8759A23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340C7-BF04-4768-871B-1ADF09DD95B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DFCD-6111-45D1-A00C-2591E8759A23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340C7-BF04-4768-871B-1ADF09DD95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DFCD-6111-45D1-A00C-2591E8759A23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340C7-BF04-4768-871B-1ADF09DD95B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DFCD-6111-45D1-A00C-2591E8759A23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340C7-BF04-4768-871B-1ADF09DD95B9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DFCD-6111-45D1-A00C-2591E8759A23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340C7-BF04-4768-871B-1ADF09DD95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DFCD-6111-45D1-A00C-2591E8759A23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340C7-BF04-4768-871B-1ADF09DD95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DFCD-6111-45D1-A00C-2591E8759A23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340C7-BF04-4768-871B-1ADF09DD95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DFCD-6111-45D1-A00C-2591E8759A23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340C7-BF04-4768-871B-1ADF09DD95B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DFCD-6111-45D1-A00C-2591E8759A23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340C7-BF04-4768-871B-1ADF09DD95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DFCD-6111-45D1-A00C-2591E8759A23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340C7-BF04-4768-871B-1ADF09DD95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041DFCD-6111-45D1-A00C-2591E8759A23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49340C7-BF04-4768-871B-1ADF09DD95B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64704"/>
            <a:ext cx="8655780" cy="1705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04" y="2204864"/>
            <a:ext cx="7413996" cy="3747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8611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88640"/>
            <a:ext cx="4463373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68246"/>
            <a:ext cx="3960440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3720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260648"/>
            <a:ext cx="6512511" cy="1143000"/>
          </a:xfrm>
        </p:spPr>
        <p:txBody>
          <a:bodyPr/>
          <a:lstStyle/>
          <a:p>
            <a:pPr algn="ctr"/>
            <a:r>
              <a:rPr lang="en-US" dirty="0" smtClean="0"/>
              <a:t>ODDIY MANIKYUR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323528" y="1628800"/>
            <a:ext cx="8640960" cy="4824536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Oddiy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manikyur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deganda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tirnoqni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parvarish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qilish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bo‘yash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lak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surtish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tushuniladi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Aslida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manikyur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Fransuzcha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so‘z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bo‘lib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qo‘lni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barmoqlardan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boshlab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yelkagacha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uqalash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massaj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qilish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ma’nosini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anglatadi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Hozir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manikyur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xonalarida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qo‘lni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parvarish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qilish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tirnoqlarni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olish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unga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shakl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berish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bo‘yash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lak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surtish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tirnoq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milklarini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olib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tashlash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kabi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amallar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bajariladi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82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560840" cy="1143000"/>
          </a:xfrm>
        </p:spPr>
        <p:txBody>
          <a:bodyPr/>
          <a:lstStyle/>
          <a:p>
            <a:pPr algn="ctr"/>
            <a:r>
              <a:rPr lang="en-US" dirty="0" smtClean="0"/>
              <a:t>ISHNI BAJARISH TARTIBI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467544" y="1772816"/>
            <a:ext cx="8352928" cy="4770864"/>
          </a:xfrm>
        </p:spPr>
        <p:txBody>
          <a:bodyPr>
            <a:normAutofit/>
          </a:bodyPr>
          <a:lstStyle/>
          <a:p>
            <a:pPr lvl="0" algn="just" fontAlgn="base"/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Eski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lakni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ko‘chirib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tashlash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ketkazish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endParaRPr lang="ru-RU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fontAlgn="base"/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Tirnoq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chetlarini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tozalash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unga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shakl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berish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fontAlgn="base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6% li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perekis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vodorodi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aralashtirilgan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sovunli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iliq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suv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solingan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idishda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qo‘l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terisini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yumshatish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fontAlgn="base"/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Qo‘l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terisiga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vazelin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surtib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singdirish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fontAlgn="base"/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Tirnoqlarning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qirralarini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egovlash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tekislash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tozalash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fontAlgn="base"/>
            <a:r>
              <a:rPr lang="ru-RU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Barmoqlarni</a:t>
            </a: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uqalash</a:t>
            </a: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ru-RU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fontAlgn="base"/>
            <a:r>
              <a:rPr lang="ru-RU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Tirnoqqa</a:t>
            </a: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sayqal</a:t>
            </a: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berish</a:t>
            </a: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ru-RU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fontAlgn="base"/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Lak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surish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bezak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berish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ru-RU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ru-RU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468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76671"/>
            <a:ext cx="4383930" cy="386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76672"/>
            <a:ext cx="3544416" cy="386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5" y="4342285"/>
            <a:ext cx="4896543" cy="25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4332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873224" y="21265"/>
            <a:ext cx="11017224" cy="1073056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 err="1">
                <a:effectLst/>
              </a:rPr>
              <a:t>Manikyur</a:t>
            </a:r>
            <a:r>
              <a:rPr lang="en-US" sz="3600" dirty="0">
                <a:effectLst/>
              </a:rPr>
              <a:t> </a:t>
            </a:r>
            <a:r>
              <a:rPr lang="en-US" sz="3600" dirty="0" err="1" smtClean="0">
                <a:effectLst/>
              </a:rPr>
              <a:t>qilishda</a:t>
            </a:r>
            <a:r>
              <a:rPr lang="en-US" sz="3600" dirty="0" smtClean="0">
                <a:effectLst/>
              </a:rPr>
              <a:t> </a:t>
            </a:r>
            <a:r>
              <a:rPr lang="en-US" sz="3600" dirty="0" err="1" smtClean="0">
                <a:effectLst/>
              </a:rPr>
              <a:t>ishlatiladigan</a:t>
            </a:r>
            <a:r>
              <a:rPr lang="en-US" sz="3600" dirty="0" smtClean="0">
                <a:effectLst/>
              </a:rPr>
              <a:t> </a:t>
            </a:r>
            <a:r>
              <a:rPr lang="en-US" sz="3600" dirty="0" err="1" smtClean="0">
                <a:effectLst/>
              </a:rPr>
              <a:t>asboblar</a:t>
            </a:r>
            <a:r>
              <a:rPr lang="en-US" sz="3600" dirty="0">
                <a:effectLst/>
              </a:rPr>
              <a:t>. 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836712"/>
            <a:ext cx="7416823" cy="58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037220"/>
      </p:ext>
    </p:extLst>
  </p:cSld>
  <p:clrMapOvr>
    <a:masterClrMapping/>
  </p:clrMapOvr>
</p:sld>
</file>

<file path=ppt/theme/theme1.xml><?xml version="1.0" encoding="utf-8"?>
<a:theme xmlns:a="http://schemas.openxmlformats.org/drawingml/2006/main" name="Воздушный поток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Воздушный поток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Воздушный поток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25</TotalTime>
  <Words>124</Words>
  <Application>Microsoft Office PowerPoint</Application>
  <PresentationFormat>Экран (4:3)</PresentationFormat>
  <Paragraphs>12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Воздушный поток</vt:lpstr>
      <vt:lpstr>Презентация PowerPoint</vt:lpstr>
      <vt:lpstr>Презентация PowerPoint</vt:lpstr>
      <vt:lpstr>ODDIY MANIKYUR</vt:lpstr>
      <vt:lpstr>ISHNI BAJARISH TARTIBI</vt:lpstr>
      <vt:lpstr>Презентация PowerPoint</vt:lpstr>
      <vt:lpstr>Manikyur qilishda ishlatiladigan asboblar. </vt:lpstr>
    </vt:vector>
  </TitlesOfParts>
  <Company>SSK 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Saboxat</dc:creator>
  <cp:lastModifiedBy>Saboxat</cp:lastModifiedBy>
  <cp:revision>5</cp:revision>
  <dcterms:created xsi:type="dcterms:W3CDTF">2023-11-01T10:45:02Z</dcterms:created>
  <dcterms:modified xsi:type="dcterms:W3CDTF">2023-11-01T11:10:51Z</dcterms:modified>
</cp:coreProperties>
</file>