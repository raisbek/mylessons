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2" r:id="rId6"/>
    <p:sldId id="260" r:id="rId7"/>
    <p:sldId id="261" r:id="rId8"/>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3" d="100"/>
          <a:sy n="53" d="100"/>
        </p:scale>
        <p:origin x="-996"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ru-RU" smtClean="0"/>
              <a:t>Образец заголовка</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1143F411-7034-426D-9A85-057505F58534}" type="datetimeFigureOut">
              <a:rPr lang="ru-RU" smtClean="0"/>
              <a:t>07.11.2023</a:t>
            </a:fld>
            <a:endParaRPr lang="ru-RU"/>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ru-RU"/>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23930AB7-881D-419D-AF84-2A2AD2E885EF}" type="slidenum">
              <a:rPr lang="ru-RU" smtClean="0"/>
              <a:t>‹#›</a:t>
            </a:fld>
            <a:endParaRPr lang="ru-RU"/>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1143F411-7034-426D-9A85-057505F58534}"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3930AB7-881D-419D-AF84-2A2AD2E885EF}"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ru-RU" smtClean="0"/>
              <a:t>Образец заголовка</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1143F411-7034-426D-9A85-057505F58534}"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3930AB7-881D-419D-AF84-2A2AD2E885EF}"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1143F411-7034-426D-9A85-057505F58534}" type="datetimeFigureOut">
              <a:rPr lang="ru-RU" smtClean="0"/>
              <a:t>07.11.2023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3930AB7-881D-419D-AF84-2A2AD2E885EF}" type="slidenum">
              <a:rPr lang="ru-RU" smtClean="0"/>
              <a:t>‹#›</a:t>
            </a:fld>
            <a:endParaRPr lang="ru-RU"/>
          </a:p>
        </p:txBody>
      </p:sp>
      <p:sp>
        <p:nvSpPr>
          <p:cNvPr id="9" name="Content Placeholder 8"/>
          <p:cNvSpPr>
            <a:spLocks noGrp="1"/>
          </p:cNvSpPr>
          <p:nvPr>
            <p:ph sz="quarter" idx="13"/>
          </p:nvPr>
        </p:nvSpPr>
        <p:spPr>
          <a:xfrm>
            <a:off x="1042416" y="2313432"/>
            <a:ext cx="3419856" cy="349300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1143F411-7034-426D-9A85-057505F58534}" type="datetimeFigureOut">
              <a:rPr lang="ru-RU" smtClean="0"/>
              <a:t>07.11.2023</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23930AB7-881D-419D-AF84-2A2AD2E885EF}"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1143F411-7034-426D-9A85-057505F58534}" type="datetimeFigureOut">
              <a:rPr lang="ru-RU" smtClean="0"/>
              <a:t>07.11.2023</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23930AB7-881D-419D-AF84-2A2AD2E885EF}"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43F411-7034-426D-9A85-057505F58534}" type="datetimeFigureOut">
              <a:rPr lang="ru-RU" smtClean="0"/>
              <a:t>07.11.2023</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23930AB7-881D-419D-AF84-2A2AD2E885EF}"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1143F411-7034-426D-9A85-057505F58534}" type="datetimeFigureOut">
              <a:rPr lang="ru-RU" smtClean="0"/>
              <a:t>07.11.2023</a:t>
            </a:fld>
            <a:endParaRPr lang="ru-RU"/>
          </a:p>
        </p:txBody>
      </p:sp>
      <p:sp>
        <p:nvSpPr>
          <p:cNvPr id="7" name="Slide Number Placeholder 6"/>
          <p:cNvSpPr>
            <a:spLocks noGrp="1"/>
          </p:cNvSpPr>
          <p:nvPr>
            <p:ph type="sldNum" sz="quarter" idx="12"/>
          </p:nvPr>
        </p:nvSpPr>
        <p:spPr/>
        <p:txBody>
          <a:bodyPr/>
          <a:lstStyle/>
          <a:p>
            <a:fld id="{23930AB7-881D-419D-AF84-2A2AD2E885EF}" type="slidenum">
              <a:rPr lang="ru-RU" smtClean="0"/>
              <a:t>‹#›</a:t>
            </a:fld>
            <a:endParaRPr lang="ru-RU"/>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ru-RU"/>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ru-RU" smtClean="0"/>
              <a:t>Образец заголовка</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ru-RU" smtClean="0"/>
              <a:t>Образец заголовка</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1143F411-7034-426D-9A85-057505F58534}" type="datetimeFigureOut">
              <a:rPr lang="ru-RU" smtClean="0"/>
              <a:t>07.11.2023</a:t>
            </a:fld>
            <a:endParaRPr lang="ru-RU"/>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ru-RU"/>
          </a:p>
        </p:txBody>
      </p:sp>
      <p:sp>
        <p:nvSpPr>
          <p:cNvPr id="7" name="Slide Number Placeholder 6"/>
          <p:cNvSpPr>
            <a:spLocks noGrp="1"/>
          </p:cNvSpPr>
          <p:nvPr>
            <p:ph type="sldNum" sz="quarter" idx="12"/>
          </p:nvPr>
        </p:nvSpPr>
        <p:spPr/>
        <p:txBody>
          <a:bodyPr/>
          <a:lstStyle/>
          <a:p>
            <a:fld id="{23930AB7-881D-419D-AF84-2A2AD2E885EF}"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1143F411-7034-426D-9A85-057505F58534}"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3930AB7-881D-419D-AF84-2A2AD2E885EF}"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ru-RU" smtClean="0"/>
              <a:t>Образец заголовка</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1143F411-7034-426D-9A85-057505F58534}"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3930AB7-881D-419D-AF84-2A2AD2E885EF}"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1143F411-7034-426D-9A85-057505F58534}" type="datetimeFigureOut">
              <a:rPr lang="ru-RU" smtClean="0"/>
              <a:t>07.11.2023</a:t>
            </a:fld>
            <a:endParaRPr lang="ru-RU"/>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ru-RU"/>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23930AB7-881D-419D-AF84-2A2AD2E885EF}"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15008" y="476672"/>
            <a:ext cx="8928992" cy="1470025"/>
          </a:xfrm>
        </p:spPr>
        <p:txBody>
          <a:bodyPr/>
          <a:lstStyle/>
          <a:p>
            <a:pPr algn="ctr"/>
            <a:r>
              <a:rPr lang="en-US" b="1" dirty="0">
                <a:solidFill>
                  <a:schemeClr val="accent2">
                    <a:lumMod val="50000"/>
                  </a:schemeClr>
                </a:solidFill>
                <a:latin typeface="Calibri" panose="020F0502020204030204" pitchFamily="34" charset="0"/>
                <a:cs typeface="Calibri" panose="020F0502020204030204" pitchFamily="34" charset="0"/>
              </a:rPr>
              <a:t> </a:t>
            </a:r>
            <a:r>
              <a:rPr lang="en-US" sz="4000" b="1" dirty="0" err="1" smtClean="0">
                <a:solidFill>
                  <a:schemeClr val="accent2">
                    <a:lumMod val="50000"/>
                  </a:schemeClr>
                </a:solidFill>
                <a:latin typeface="Calibri" panose="020F0502020204030204" pitchFamily="34" charset="0"/>
                <a:cs typeface="Calibri" panose="020F0502020204030204" pitchFamily="34" charset="0"/>
              </a:rPr>
              <a:t>Tirnoq</a:t>
            </a:r>
            <a:r>
              <a:rPr lang="en-US" sz="4000" b="1" dirty="0" smtClean="0">
                <a:solidFill>
                  <a:schemeClr val="accent2">
                    <a:lumMod val="50000"/>
                  </a:schemeClr>
                </a:solidFill>
                <a:latin typeface="Calibri" panose="020F0502020204030204" pitchFamily="34" charset="0"/>
                <a:cs typeface="Calibri" panose="020F0502020204030204" pitchFamily="34" charset="0"/>
              </a:rPr>
              <a:t> </a:t>
            </a:r>
            <a:r>
              <a:rPr lang="en-US" sz="4000" b="1" dirty="0" err="1" smtClean="0">
                <a:solidFill>
                  <a:schemeClr val="accent2">
                    <a:lumMod val="50000"/>
                  </a:schemeClr>
                </a:solidFill>
                <a:latin typeface="Calibri" panose="020F0502020204030204" pitchFamily="34" charset="0"/>
                <a:cs typeface="Calibri" panose="020F0502020204030204" pitchFamily="34" charset="0"/>
              </a:rPr>
              <a:t>ustiga</a:t>
            </a:r>
            <a:r>
              <a:rPr lang="en-US" sz="4000" b="1" dirty="0" smtClean="0">
                <a:solidFill>
                  <a:schemeClr val="accent2">
                    <a:lumMod val="50000"/>
                  </a:schemeClr>
                </a:solidFill>
                <a:latin typeface="Calibri" panose="020F0502020204030204" pitchFamily="34" charset="0"/>
                <a:cs typeface="Calibri" panose="020F0502020204030204" pitchFamily="34" charset="0"/>
              </a:rPr>
              <a:t> </a:t>
            </a:r>
            <a:r>
              <a:rPr lang="en-US" sz="4000" b="1" dirty="0" err="1" smtClean="0">
                <a:solidFill>
                  <a:schemeClr val="accent2">
                    <a:lumMod val="50000"/>
                  </a:schemeClr>
                </a:solidFill>
                <a:latin typeface="Calibri" panose="020F0502020204030204" pitchFamily="34" charset="0"/>
                <a:cs typeface="Calibri" panose="020F0502020204030204" pitchFamily="34" charset="0"/>
              </a:rPr>
              <a:t>yopishtiriladigan</a:t>
            </a:r>
            <a:r>
              <a:rPr lang="en-US" sz="4000" b="1" dirty="0" smtClean="0">
                <a:solidFill>
                  <a:schemeClr val="accent2">
                    <a:lumMod val="50000"/>
                  </a:schemeClr>
                </a:solidFill>
                <a:latin typeface="Calibri" panose="020F0502020204030204" pitchFamily="34" charset="0"/>
                <a:cs typeface="Calibri" panose="020F0502020204030204" pitchFamily="34" charset="0"/>
              </a:rPr>
              <a:t> </a:t>
            </a:r>
            <a:r>
              <a:rPr lang="en-US" sz="4000" b="1" dirty="0" err="1" smtClean="0">
                <a:solidFill>
                  <a:schemeClr val="accent2">
                    <a:lumMod val="50000"/>
                  </a:schemeClr>
                </a:solidFill>
                <a:latin typeface="Calibri" panose="020F0502020204030204" pitchFamily="34" charset="0"/>
                <a:cs typeface="Calibri" panose="020F0502020204030204" pitchFamily="34" charset="0"/>
              </a:rPr>
              <a:t>sun`iy</a:t>
            </a:r>
            <a:r>
              <a:rPr lang="en-US" sz="4000" b="1" dirty="0" smtClean="0">
                <a:solidFill>
                  <a:schemeClr val="accent2">
                    <a:lumMod val="50000"/>
                  </a:schemeClr>
                </a:solidFill>
                <a:latin typeface="Calibri" panose="020F0502020204030204" pitchFamily="34" charset="0"/>
                <a:cs typeface="Calibri" panose="020F0502020204030204" pitchFamily="34" charset="0"/>
              </a:rPr>
              <a:t> </a:t>
            </a:r>
            <a:r>
              <a:rPr lang="en-US" sz="4000" b="1" dirty="0" err="1" smtClean="0">
                <a:solidFill>
                  <a:schemeClr val="accent2">
                    <a:lumMod val="50000"/>
                  </a:schemeClr>
                </a:solidFill>
                <a:latin typeface="Calibri" panose="020F0502020204030204" pitchFamily="34" charset="0"/>
                <a:cs typeface="Calibri" panose="020F0502020204030204" pitchFamily="34" charset="0"/>
              </a:rPr>
              <a:t>tirnoq</a:t>
            </a:r>
            <a:endParaRPr lang="ru-RU" sz="4000" dirty="0">
              <a:solidFill>
                <a:schemeClr val="accent2">
                  <a:lumMod val="50000"/>
                </a:schemeClr>
              </a:solidFill>
              <a:latin typeface="Calibri" panose="020F0502020204030204" pitchFamily="34" charset="0"/>
              <a:cs typeface="Calibri" panose="020F0502020204030204" pitchFamily="34" charset="0"/>
            </a:endParaRPr>
          </a:p>
        </p:txBody>
      </p:sp>
      <p:sp>
        <p:nvSpPr>
          <p:cNvPr id="3" name="Подзаголовок 2"/>
          <p:cNvSpPr>
            <a:spLocks noGrp="1"/>
          </p:cNvSpPr>
          <p:nvPr>
            <p:ph type="subTitle" idx="1"/>
          </p:nvPr>
        </p:nvSpPr>
        <p:spPr>
          <a:xfrm>
            <a:off x="4860032" y="2276872"/>
            <a:ext cx="3024336" cy="3456384"/>
          </a:xfrm>
        </p:spPr>
        <p:txBody>
          <a:bodyPr>
            <a:noAutofit/>
          </a:bodyPr>
          <a:lstStyle/>
          <a:p>
            <a:r>
              <a:rPr lang="en-US" sz="2800" b="1" dirty="0" err="1">
                <a:solidFill>
                  <a:schemeClr val="tx1"/>
                </a:solidFill>
                <a:latin typeface="Times New Roman" panose="02020603050405020304" pitchFamily="18" charset="0"/>
                <a:cs typeface="Times New Roman" panose="02020603050405020304" pitchFamily="18" charset="0"/>
              </a:rPr>
              <a:t>Reja</a:t>
            </a:r>
            <a:r>
              <a:rPr lang="en-US" sz="2800" b="1" dirty="0">
                <a:solidFill>
                  <a:schemeClr val="tx1"/>
                </a:solidFill>
                <a:latin typeface="Times New Roman" panose="02020603050405020304" pitchFamily="18" charset="0"/>
                <a:cs typeface="Times New Roman" panose="02020603050405020304" pitchFamily="18" charset="0"/>
              </a:rPr>
              <a:t>:</a:t>
            </a:r>
            <a:endParaRPr lang="ru-RU" sz="2800" b="1" dirty="0">
              <a:solidFill>
                <a:schemeClr val="tx1"/>
              </a:solidFill>
              <a:latin typeface="Times New Roman" panose="02020603050405020304" pitchFamily="18" charset="0"/>
              <a:cs typeface="Times New Roman" panose="02020603050405020304" pitchFamily="18" charset="0"/>
            </a:endParaRPr>
          </a:p>
          <a:p>
            <a:r>
              <a:rPr lang="en-US" sz="2800" b="1" dirty="0">
                <a:solidFill>
                  <a:schemeClr val="tx1"/>
                </a:solidFill>
                <a:latin typeface="Times New Roman" panose="02020603050405020304" pitchFamily="18" charset="0"/>
                <a:cs typeface="Times New Roman" panose="02020603050405020304" pitchFamily="18" charset="0"/>
              </a:rPr>
              <a:t>1.Suniy </a:t>
            </a:r>
            <a:r>
              <a:rPr lang="en-US" sz="2800" b="1" dirty="0" err="1">
                <a:solidFill>
                  <a:schemeClr val="tx1"/>
                </a:solidFill>
                <a:latin typeface="Times New Roman" panose="02020603050405020304" pitchFamily="18" charset="0"/>
                <a:cs typeface="Times New Roman" panose="02020603050405020304" pitchFamily="18" charset="0"/>
              </a:rPr>
              <a:t>tirnoq</a:t>
            </a: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err="1">
                <a:solidFill>
                  <a:schemeClr val="tx1"/>
                </a:solidFill>
                <a:latin typeface="Times New Roman" panose="02020603050405020304" pitchFamily="18" charset="0"/>
                <a:cs typeface="Times New Roman" panose="02020603050405020304" pitchFamily="18" charset="0"/>
              </a:rPr>
              <a:t>turlari</a:t>
            </a:r>
            <a:r>
              <a:rPr lang="en-US" sz="2800" b="1" dirty="0">
                <a:solidFill>
                  <a:schemeClr val="tx1"/>
                </a:solidFill>
                <a:latin typeface="Times New Roman" panose="02020603050405020304" pitchFamily="18" charset="0"/>
                <a:cs typeface="Times New Roman" panose="02020603050405020304" pitchFamily="18" charset="0"/>
              </a:rPr>
              <a:t>.</a:t>
            </a:r>
            <a:endParaRPr lang="ru-RU" sz="2800" b="1" dirty="0">
              <a:solidFill>
                <a:schemeClr val="tx1"/>
              </a:solidFill>
              <a:latin typeface="Times New Roman" panose="02020603050405020304" pitchFamily="18" charset="0"/>
              <a:cs typeface="Times New Roman" panose="02020603050405020304" pitchFamily="18" charset="0"/>
            </a:endParaRPr>
          </a:p>
          <a:p>
            <a:r>
              <a:rPr lang="en-US" sz="2800" b="1" dirty="0">
                <a:solidFill>
                  <a:schemeClr val="tx1"/>
                </a:solidFill>
                <a:latin typeface="Times New Roman" panose="02020603050405020304" pitchFamily="18" charset="0"/>
                <a:cs typeface="Times New Roman" panose="02020603050405020304" pitchFamily="18" charset="0"/>
              </a:rPr>
              <a:t>2.Suniy </a:t>
            </a:r>
            <a:r>
              <a:rPr lang="en-US" sz="2800" b="1" dirty="0" err="1">
                <a:solidFill>
                  <a:schemeClr val="tx1"/>
                </a:solidFill>
                <a:latin typeface="Times New Roman" panose="02020603050405020304" pitchFamily="18" charset="0"/>
                <a:cs typeface="Times New Roman" panose="02020603050405020304" pitchFamily="18" charset="0"/>
              </a:rPr>
              <a:t>tirnoq</a:t>
            </a: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err="1">
                <a:solidFill>
                  <a:schemeClr val="tx1"/>
                </a:solidFill>
                <a:latin typeface="Times New Roman" panose="02020603050405020304" pitchFamily="18" charset="0"/>
                <a:cs typeface="Times New Roman" panose="02020603050405020304" pitchFamily="18" charset="0"/>
              </a:rPr>
              <a:t>yopishtirish</a:t>
            </a: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err="1">
                <a:solidFill>
                  <a:schemeClr val="tx1"/>
                </a:solidFill>
                <a:latin typeface="Times New Roman" panose="02020603050405020304" pitchFamily="18" charset="0"/>
                <a:cs typeface="Times New Roman" panose="02020603050405020304" pitchFamily="18" charset="0"/>
              </a:rPr>
              <a:t>qoidalari</a:t>
            </a:r>
            <a:r>
              <a:rPr lang="en-US" sz="2800" b="1" dirty="0">
                <a:solidFill>
                  <a:schemeClr val="tx1"/>
                </a:solidFill>
                <a:latin typeface="Times New Roman" panose="02020603050405020304" pitchFamily="18" charset="0"/>
                <a:cs typeface="Times New Roman" panose="02020603050405020304" pitchFamily="18" charset="0"/>
              </a:rPr>
              <a:t>.</a:t>
            </a:r>
            <a:endParaRPr lang="ru-RU" sz="2800" b="1" dirty="0">
              <a:solidFill>
                <a:schemeClr val="tx1"/>
              </a:solidFill>
              <a:latin typeface="Times New Roman" panose="02020603050405020304" pitchFamily="18" charset="0"/>
              <a:cs typeface="Times New Roman" panose="02020603050405020304" pitchFamily="18" charset="0"/>
            </a:endParaRPr>
          </a:p>
          <a:p>
            <a:r>
              <a:rPr lang="en-US" sz="2800" b="1" dirty="0">
                <a:solidFill>
                  <a:schemeClr val="tx1"/>
                </a:solidFill>
                <a:latin typeface="Times New Roman" panose="02020603050405020304" pitchFamily="18" charset="0"/>
                <a:cs typeface="Times New Roman" panose="02020603050405020304" pitchFamily="18" charset="0"/>
              </a:rPr>
              <a:t>3.Suniy </a:t>
            </a:r>
            <a:r>
              <a:rPr lang="en-US" sz="2800" b="1" dirty="0" err="1">
                <a:solidFill>
                  <a:schemeClr val="tx1"/>
                </a:solidFill>
                <a:latin typeface="Times New Roman" panose="02020603050405020304" pitchFamily="18" charset="0"/>
                <a:cs typeface="Times New Roman" panose="02020603050405020304" pitchFamily="18" charset="0"/>
              </a:rPr>
              <a:t>tirnoqlarni</a:t>
            </a: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err="1">
                <a:solidFill>
                  <a:schemeClr val="tx1"/>
                </a:solidFill>
                <a:latin typeface="Times New Roman" panose="02020603050405020304" pitchFamily="18" charset="0"/>
                <a:cs typeface="Times New Roman" panose="02020603050405020304" pitchFamily="18" charset="0"/>
              </a:rPr>
              <a:t>bezash</a:t>
            </a:r>
            <a:endParaRPr lang="ru-RU" sz="2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2858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3726322"/>
            <a:ext cx="3099593" cy="253026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utoShape 4" descr="Sun'iy tirnoq o'stirish (NARASHKA) 💅 SHarqona dizayn 👑 - YouTub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908720"/>
            <a:ext cx="4260186" cy="239368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7604" y="3501008"/>
            <a:ext cx="3240360" cy="275558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89209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412776"/>
            <a:ext cx="8229600" cy="5674642"/>
          </a:xfrm>
        </p:spPr>
        <p:txBody>
          <a:bodyPr>
            <a:noAutofit/>
          </a:bodyPr>
          <a:lstStyle/>
          <a:p>
            <a:pPr algn="just"/>
            <a:r>
              <a:rPr lang="en-US" sz="2800" dirty="0" smtClean="0">
                <a:latin typeface="Calibri" panose="020F0502020204030204" pitchFamily="34" charset="0"/>
                <a:cs typeface="Calibri" panose="020F0502020204030204" pitchFamily="34" charset="0"/>
              </a:rPr>
              <a:t/>
            </a:r>
            <a:br>
              <a:rPr lang="en-US" sz="2800" dirty="0" smtClean="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
            </a:r>
            <a:br>
              <a:rPr lang="en-US" sz="2800" dirty="0">
                <a:latin typeface="Calibri" panose="020F0502020204030204" pitchFamily="34" charset="0"/>
                <a:cs typeface="Calibri" panose="020F0502020204030204" pitchFamily="34" charset="0"/>
              </a:rPr>
            </a:br>
            <a:r>
              <a:rPr lang="en-US" sz="2800" dirty="0" err="1" smtClean="0">
                <a:latin typeface="Calibri" panose="020F0502020204030204" pitchFamily="34" charset="0"/>
                <a:cs typeface="Calibri" panose="020F0502020204030204" pitchFamily="34" charset="0"/>
              </a:rPr>
              <a:t>lak</a:t>
            </a:r>
            <a:r>
              <a:rPr lang="en-US" sz="2800" dirty="0">
                <a:latin typeface="Calibri" panose="020F0502020204030204" pitchFamily="34" charset="0"/>
                <a:cs typeface="Calibri" panose="020F0502020204030204" pitchFamily="34" charset="0"/>
              </a:rPr>
              <a:t/>
            </a:r>
            <a:br>
              <a:rPr lang="en-US" sz="2800" dirty="0">
                <a:latin typeface="Calibri" panose="020F0502020204030204" pitchFamily="34" charset="0"/>
                <a:cs typeface="Calibri" panose="020F0502020204030204" pitchFamily="34" charset="0"/>
              </a:rPr>
            </a:br>
            <a:r>
              <a:rPr lang="en-US" sz="2800" dirty="0" err="1" smtClean="0">
                <a:latin typeface="Calibri" panose="020F0502020204030204" pitchFamily="34" charset="0"/>
                <a:cs typeface="Calibri" panose="020F0502020204030204" pitchFamily="34" charset="0"/>
              </a:rPr>
              <a:t>Siz</a:t>
            </a:r>
            <a:r>
              <a:rPr lang="en-US" sz="2800" dirty="0" smtClean="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xuddi</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tabiiy</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tirnoqlaringizni</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bo'yayotgandek</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qo'llaysiz</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Bunday</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holda</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qatlam</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bir</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tekisda</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qo'yiladi</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va</a:t>
            </a:r>
            <a:r>
              <a:rPr lang="en-US" sz="2800" dirty="0">
                <a:latin typeface="Calibri" panose="020F0502020204030204" pitchFamily="34" charset="0"/>
                <a:cs typeface="Calibri" panose="020F0502020204030204" pitchFamily="34" charset="0"/>
              </a:rPr>
              <a:t> rang </a:t>
            </a:r>
            <a:r>
              <a:rPr lang="en-US" sz="2800" dirty="0" err="1">
                <a:latin typeface="Calibri" panose="020F0502020204030204" pitchFamily="34" charset="0"/>
                <a:cs typeface="Calibri" panose="020F0502020204030204" pitchFamily="34" charset="0"/>
              </a:rPr>
              <a:t>to'yingan</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bo'ladi</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Manikyurni</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yorqinroq</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qilish</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uchun</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siz</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gul</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chizishingiz</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yoki</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so'z</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yozishingiz</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mumkin</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masalan</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o'pish</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Maslahatlarning</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dizayni</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juda</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xilma-xildir</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Soxta</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mixlarda</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har</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qanday</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g'oyani</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amalga</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oshirish</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mumkin</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har</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xil</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nashrlardan</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naqshlardan</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tortib</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uchqunlar</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yoki</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rinstones</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bilan</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bezatilgan</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bitta</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rangli</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mixlargacha</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Siz</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frantsuz</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manikyurini</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olishingiz</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mumkin</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Bundan</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tashqari</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qisqa</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soxta</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mixlar</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tabiiyroq</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ko'rinadi</a:t>
            </a:r>
            <a:r>
              <a:rPr lang="en-US" sz="2800" dirty="0">
                <a:latin typeface="Calibri" panose="020F0502020204030204" pitchFamily="34" charset="0"/>
                <a:cs typeface="Calibri" panose="020F0502020204030204" pitchFamily="34" charset="0"/>
              </a:rPr>
              <a:t>.</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
            </a:r>
            <a:br>
              <a:rPr lang="en-US" sz="2800" dirty="0">
                <a:latin typeface="Calibri" panose="020F0502020204030204" pitchFamily="34" charset="0"/>
                <a:cs typeface="Calibri" panose="020F0502020204030204" pitchFamily="34" charset="0"/>
              </a:rPr>
            </a:br>
            <a:endParaRPr lang="ru-RU"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5723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80" y="692696"/>
            <a:ext cx="7446355" cy="518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9878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683568" y="2551837"/>
            <a:ext cx="7704856" cy="3416320"/>
          </a:xfrm>
          <a:prstGeom prst="rect">
            <a:avLst/>
          </a:prstGeom>
        </p:spPr>
        <p:txBody>
          <a:bodyPr wrap="square">
            <a:spAutoFit/>
          </a:bodyPr>
          <a:lstStyle/>
          <a:p>
            <a:r>
              <a:rPr lang="en-US" sz="3600" dirty="0" err="1">
                <a:latin typeface="Calibri" panose="020F0502020204030204" pitchFamily="34" charset="0"/>
                <a:cs typeface="Calibri" panose="020F0502020204030204" pitchFamily="34" charset="0"/>
              </a:rPr>
              <a:t>Soxta</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tirnoq</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dizayni</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Sotuvda</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siz</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dizayndagi</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qisqa</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soxta</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mixlarni</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yoki</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ularsiz</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uzunlarni</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ko'rishingiz</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mumkin</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Shaffof</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yoki</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bej</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rangli</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maslahatlarda</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siz</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har</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qanday</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rangdagi</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lak</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qoplamasini</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o'zingiz</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qo'llashingiz</a:t>
            </a:r>
            <a:r>
              <a:rPr lang="en-US" sz="3600" dirty="0">
                <a:latin typeface="Calibri" panose="020F0502020204030204" pitchFamily="34" charset="0"/>
                <a:cs typeface="Calibri" panose="020F0502020204030204" pitchFamily="34" charset="0"/>
              </a:rPr>
              <a:t> </a:t>
            </a:r>
            <a:r>
              <a:rPr lang="en-US" sz="3600" dirty="0" err="1">
                <a:latin typeface="Calibri" panose="020F0502020204030204" pitchFamily="34" charset="0"/>
                <a:cs typeface="Calibri" panose="020F0502020204030204" pitchFamily="34" charset="0"/>
              </a:rPr>
              <a:t>mumkin</a:t>
            </a:r>
            <a:r>
              <a:rPr lang="en-US" sz="3600" dirty="0">
                <a:latin typeface="Calibri" panose="020F0502020204030204" pitchFamily="34" charset="0"/>
                <a:cs typeface="Calibri" panose="020F0502020204030204" pitchFamily="34" charset="0"/>
              </a:rPr>
              <a:t>. </a:t>
            </a:r>
            <a:endParaRPr lang="ru-RU" sz="3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15871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5962674"/>
          </a:xfrm>
        </p:spPr>
        <p:txBody>
          <a:bodyPr>
            <a:normAutofit/>
          </a:bodyPr>
          <a:lstStyle/>
          <a:p>
            <a:pPr algn="just"/>
            <a:r>
              <a:rPr lang="en-US" sz="3000" dirty="0" err="1">
                <a:latin typeface="Times New Roman" panose="02020603050405020304" pitchFamily="18" charset="0"/>
                <a:cs typeface="Times New Roman" panose="02020603050405020304" pitchFamily="18" charset="0"/>
              </a:rPr>
              <a:t>Tirnoqlarni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yopishtirish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uchun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to'plamlarning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keng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assortimenti</a:t>
            </a:r>
            <a:r>
              <a:rPr lang="en-US" sz="3000" dirty="0">
                <a:latin typeface="Times New Roman" panose="02020603050405020304" pitchFamily="18" charset="0"/>
                <a:cs typeface="Times New Roman" panose="02020603050405020304" pitchFamily="18" charset="0"/>
              </a:rPr>
              <a:t> Maybelline </a:t>
            </a:r>
            <a:r>
              <a:rPr lang="en-US" sz="3000" dirty="0" err="1">
                <a:latin typeface="Times New Roman" panose="02020603050405020304" pitchFamily="18" charset="0"/>
                <a:cs typeface="Times New Roman" panose="02020603050405020304" pitchFamily="18" charset="0"/>
              </a:rPr>
              <a:t>va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Loreal</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savdo</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belgilari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bilan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ifodalanadi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Doimiy</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vositalar</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bilan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qisqa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uzun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soxta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mixlarni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onlayn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buyurtma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qilish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yoki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ixtisoslashgan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do'konga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borib</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sotib</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olish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mumkin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Plitalarni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qanday</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yopishtirish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kerak</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Kutilgan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natijaga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erishish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uchun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manipulyatsiyaga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tayyorgarlik</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ko'rish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kerak</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Birinchidan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eski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lakning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qoldiqlarini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olib</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tashlang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Arra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bilan</a:t>
            </a:r>
            <a:r>
              <a:rPr lang="en-US" sz="3000" dirty="0">
                <a:latin typeface="Times New Roman" panose="02020603050405020304" pitchFamily="18" charset="0"/>
                <a:cs typeface="Times New Roman" panose="02020603050405020304" pitchFamily="18" charset="0"/>
              </a:rPr>
              <a:t> biz </a:t>
            </a:r>
            <a:r>
              <a:rPr lang="en-US" sz="3000" dirty="0" err="1">
                <a:latin typeface="Times New Roman" panose="02020603050405020304" pitchFamily="18" charset="0"/>
                <a:cs typeface="Times New Roman" panose="02020603050405020304" pitchFamily="18" charset="0"/>
              </a:rPr>
              <a:t>plastinkaning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sirtini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kesib</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tashlaymiz</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Shundan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so'ng</a:t>
            </a:r>
            <a:r>
              <a:rPr lang="en-US" sz="3000" dirty="0">
                <a:latin typeface="Times New Roman" panose="02020603050405020304" pitchFamily="18" charset="0"/>
                <a:cs typeface="Times New Roman" panose="02020603050405020304" pitchFamily="18" charset="0"/>
              </a:rPr>
              <a:t> biz </a:t>
            </a:r>
            <a:r>
              <a:rPr lang="en-US" sz="3000" dirty="0" err="1">
                <a:latin typeface="Times New Roman" panose="02020603050405020304" pitchFamily="18" charset="0"/>
                <a:cs typeface="Times New Roman" panose="02020603050405020304" pitchFamily="18" charset="0"/>
              </a:rPr>
              <a:t>manikyur</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aksessuarlarini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maslahatlarni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yopishtirish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uchun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moddani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olamiz</a:t>
            </a:r>
            <a:r>
              <a:rPr lang="en-US" sz="3000" dirty="0">
                <a:latin typeface="Times New Roman" panose="02020603050405020304" pitchFamily="18" charset="0"/>
                <a:cs typeface="Times New Roman" panose="02020603050405020304" pitchFamily="18" charset="0"/>
              </a:rPr>
              <a:t>. </a:t>
            </a:r>
            <a:endParaRPr lang="ru-RU"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8094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3" y="3140967"/>
            <a:ext cx="3424040" cy="2994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1" y="2979837"/>
            <a:ext cx="3680913" cy="3155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8023" y="332656"/>
            <a:ext cx="3424040"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8030" y="332656"/>
            <a:ext cx="3692475"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38488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Остин">
  <a:themeElements>
    <a:clrScheme name="Остин">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Остин">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Остин">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20</TotalTime>
  <Words>126</Words>
  <Application>Microsoft Office PowerPoint</Application>
  <PresentationFormat>Экран (4:3)</PresentationFormat>
  <Paragraphs>8</Paragraphs>
  <Slides>7</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7</vt:i4>
      </vt:variant>
    </vt:vector>
  </HeadingPairs>
  <TitlesOfParts>
    <vt:vector size="8" baseType="lpstr">
      <vt:lpstr>Остин</vt:lpstr>
      <vt:lpstr> Tirnoq ustiga yopishtiriladigan sun`iy tirnoq</vt:lpstr>
      <vt:lpstr>Презентация PowerPoint</vt:lpstr>
      <vt:lpstr>  lak Siz xuddi tabiiy tirnoqlaringizni bo'yayotgandek qo'llaysiz. Bunday holda, qatlam bir tekisda qo'yiladi va rang to'yingan bo'ladi. Manikyurni yorqinroq qilish uchun siz gul chizishingiz yoki so'z yozishingiz mumkin, masalan, o'pish. Maslahatlarning dizayni juda xilma-xildir. Soxta mixlarda har qanday g'oyani amalga oshirish mumkin: har xil nashrlardan, naqshlardan tortib, uchqunlar yoki rinstones bilan bezatilgan bitta rangli mixlargacha. Siz frantsuz manikyurini olishingiz mumkin. Bundan tashqari, qisqa soxta mixlar tabiiyroq ko'rinadi.  </vt:lpstr>
      <vt:lpstr>Презентация PowerPoint</vt:lpstr>
      <vt:lpstr>Презентация PowerPoint</vt:lpstr>
      <vt:lpstr>Tirnoqlarni yopishtirish uchun to'plamlarning keng assortimenti Maybelline va Loreal savdo belgilari bilan ifodalanadi. Doimiy vositalar bilan qisqa va uzun soxta mixlarni onlayn buyurtma qilish yoki ixtisoslashgan do'konga borib sotib olish mumkin. Plitalarni qanday yopishtirish kerak? Kutilgan natijaga erishish uchun manipulyatsiyaga tayyorgarlik ko'rish kerak. Birinchidan, eski lakning qoldiqlarini olib tashlang. Arra bilan biz plastinkaning sirtini kesib tashlaymiz. Shundan so'ng biz manikyur aksessuarlarini, maslahatlarni va yopishtirish uchun moddani olamiz. </vt:lpstr>
      <vt:lpstr>Презентация PowerPoint</vt:lpstr>
    </vt:vector>
  </TitlesOfParts>
  <Company>SSK 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7-Mavzu:Tirnoq ustiga yopishtiriladi- gan sun`iy tirnoq</dc:title>
  <dc:creator>KOM-2</dc:creator>
  <cp:lastModifiedBy>Saboxat</cp:lastModifiedBy>
  <cp:revision>3</cp:revision>
  <dcterms:created xsi:type="dcterms:W3CDTF">2023-11-07T03:26:57Z</dcterms:created>
  <dcterms:modified xsi:type="dcterms:W3CDTF">2023-11-07T17:38:40Z</dcterms:modified>
</cp:coreProperties>
</file>